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media/image1.png" ContentType="image/png"/>
  <Override PartName="/ppt/media/image2.png" ContentType="image/png"/>
  <Override PartName="/ppt/media/image3.png" ContentType="image/pn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p:bg>
      <p:bgPr>
        <a:solidFill>
          <a:srgbClr val="203c75"/>
        </a:solidFill>
      </p:bgPr>
    </p:bg>
    <p:spTree>
      <p:nvGrpSpPr>
        <p:cNvPr id="1" name=""/>
        <p:cNvGrpSpPr/>
        <p:nvPr/>
      </p:nvGrpSpPr>
      <p:grpSpPr>
        <a:xfrm>
          <a:off x="0" y="0"/>
          <a:ext cx="0" cy="0"/>
          <a:chOff x="0" y="0"/>
          <a:chExt cx="0" cy="0"/>
        </a:xfrm>
      </p:grpSpPr>
      <p:pic>
        <p:nvPicPr>
          <p:cNvPr id="0" name="Immagine 7" descr="Immagine che contiene Carattere, testo, Elementi grafici, logo&#10;&#10;Descrizione generata automaticamente"/>
          <p:cNvPicPr/>
          <p:nvPr/>
        </p:nvPicPr>
        <p:blipFill>
          <a:blip r:embed="rId2"/>
          <a:stretch/>
        </p:blipFill>
        <p:spPr>
          <a:xfrm>
            <a:off x="10906560" y="6247080"/>
            <a:ext cx="885600" cy="433800"/>
          </a:xfrm>
          <a:prstGeom prst="rect">
            <a:avLst/>
          </a:prstGeom>
          <a:noFill/>
          <a:ln w="0">
            <a:noFill/>
          </a:ln>
        </p:spPr>
      </p:pic>
      <p:pic>
        <p:nvPicPr>
          <p:cNvPr id="1" name="Immagine 5" descr="Immagine che contiene testo&#10;&#10;Descrizione generata automaticamente"/>
          <p:cNvPicPr/>
          <p:nvPr/>
        </p:nvPicPr>
        <p:blipFill>
          <a:blip r:embed="rId3"/>
          <a:stretch/>
        </p:blipFill>
        <p:spPr>
          <a:xfrm>
            <a:off x="10288800" y="5594760"/>
            <a:ext cx="1329840" cy="737640"/>
          </a:xfrm>
          <a:prstGeom prst="rect">
            <a:avLst/>
          </a:prstGeom>
          <a:noFill/>
          <a:ln w="0">
            <a:noFill/>
          </a:ln>
        </p:spPr>
      </p:pic>
      <p:sp>
        <p:nvSpPr>
          <p:cNvPr id="2" name="PlaceHolder 1"/>
          <p:cNvSpPr>
            <a:spLocks noGrp="1"/>
          </p:cNvSpPr>
          <p:nvPr>
            <p:ph type="body"/>
          </p:nvPr>
        </p:nvSpPr>
        <p:spPr>
          <a:xfrm>
            <a:off x="1047240" y="1288080"/>
            <a:ext cx="10132560" cy="2073600"/>
          </a:xfrm>
          <a:prstGeom prst="rect">
            <a:avLst/>
          </a:prstGeom>
          <a:noFill/>
          <a:ln w="0">
            <a:noFill/>
          </a:ln>
        </p:spPr>
        <p:txBody>
          <a:bodyPr lIns="0" rIns="0" tIns="54000" bIns="54000" anchor="b">
            <a:noAutofit/>
          </a:bodyPr>
          <a:p>
            <a:pPr indent="0" defTabSz="412920">
              <a:lnSpc>
                <a:spcPct val="120000"/>
              </a:lnSpc>
              <a:spcBef>
                <a:spcPts val="2599"/>
              </a:spcBef>
              <a:buNone/>
              <a:tabLst>
                <a:tab algn="l" pos="0"/>
              </a:tabLst>
            </a:pPr>
            <a:r>
              <a:rPr b="1" lang="it-IT" sz="4800" strike="noStrike" u="none">
                <a:solidFill>
                  <a:schemeClr val="lt1"/>
                </a:solidFill>
                <a:effectLst/>
                <a:uFillTx/>
                <a:latin typeface="Montserrat"/>
                <a:ea typeface="Montserrat Light"/>
              </a:rPr>
              <a:t>Titolo</a:t>
            </a:r>
            <a:endParaRPr b="0" lang="it-IT" sz="4800" strike="noStrike" u="none">
              <a:solidFill>
                <a:srgbClr val="ffffff"/>
              </a:solidFill>
              <a:effectLst/>
              <a:uFillTx/>
              <a:latin typeface="Arial"/>
            </a:endParaRPr>
          </a:p>
        </p:txBody>
      </p:sp>
      <p:sp>
        <p:nvSpPr>
          <p:cNvPr id="3" name="PlaceHolder 2"/>
          <p:cNvSpPr>
            <a:spLocks noGrp="1"/>
          </p:cNvSpPr>
          <p:nvPr>
            <p:ph type="body"/>
          </p:nvPr>
        </p:nvSpPr>
        <p:spPr>
          <a:xfrm>
            <a:off x="1047240" y="3797280"/>
            <a:ext cx="10132560" cy="1226160"/>
          </a:xfrm>
          <a:prstGeom prst="rect">
            <a:avLst/>
          </a:prstGeom>
          <a:noFill/>
          <a:ln w="0">
            <a:noFill/>
          </a:ln>
        </p:spPr>
        <p:txBody>
          <a:bodyPr lIns="0" rIns="0" tIns="54000" bIns="54000" anchor="t">
            <a:noAutofit/>
          </a:bodyPr>
          <a:p>
            <a:pPr indent="0" defTabSz="412920">
              <a:lnSpc>
                <a:spcPts val="2401"/>
              </a:lnSpc>
              <a:buNone/>
              <a:tabLst>
                <a:tab algn="l" pos="0"/>
              </a:tabLst>
            </a:pPr>
            <a:r>
              <a:rPr b="1" lang="it-IT" sz="1600" strike="noStrike" u="none">
                <a:solidFill>
                  <a:schemeClr val="lt1"/>
                </a:solidFill>
                <a:effectLst/>
                <a:uFillTx/>
                <a:latin typeface="Montserrat SemiBold"/>
                <a:ea typeface="Montserrat Light"/>
              </a:rPr>
              <a:t>Nome Cognome</a:t>
            </a:r>
            <a:endParaRPr b="0" lang="it-IT" sz="1600" strike="noStrike" u="none">
              <a:solidFill>
                <a:srgbClr val="ffffff"/>
              </a:solidFill>
              <a:effectLst/>
              <a:uFillTx/>
              <a:latin typeface="Arial"/>
            </a:endParaRPr>
          </a:p>
          <a:p>
            <a:pPr indent="0" defTabSz="412920">
              <a:lnSpc>
                <a:spcPts val="2401"/>
              </a:lnSpc>
              <a:buNone/>
              <a:tabLst>
                <a:tab algn="l" pos="0"/>
              </a:tabLst>
            </a:pPr>
            <a:r>
              <a:rPr b="1" lang="it-IT" sz="1600" strike="noStrike" u="none">
                <a:solidFill>
                  <a:schemeClr val="lt1"/>
                </a:solidFill>
                <a:effectLst/>
                <a:uFillTx/>
                <a:latin typeface="Montserrat SemiBold"/>
                <a:ea typeface="Montserrat Light"/>
              </a:rPr>
              <a:t>Job title</a:t>
            </a:r>
            <a:endParaRPr b="0" lang="it-IT" sz="1600" strike="noStrike" u="none">
              <a:solidFill>
                <a:srgbClr val="ffffff"/>
              </a:solidFill>
              <a:effectLst/>
              <a:uFillTx/>
              <a:latin typeface="Arial"/>
            </a:endParaRPr>
          </a:p>
        </p:txBody>
      </p:sp>
      <p:sp>
        <p:nvSpPr>
          <p:cNvPr id="4" name="Rettangolo 13"/>
          <p:cNvSpPr/>
          <p:nvPr/>
        </p:nvSpPr>
        <p:spPr>
          <a:xfrm>
            <a:off x="1047240" y="3494880"/>
            <a:ext cx="1798560" cy="34560"/>
          </a:xfrm>
          <a:prstGeom prst="rect">
            <a:avLst/>
          </a:prstGeom>
          <a:gradFill rotWithShape="0">
            <a:gsLst>
              <a:gs pos="0">
                <a:srgbClr val="00ecff"/>
              </a:gs>
              <a:gs pos="98000">
                <a:srgbClr val="51b566"/>
              </a:gs>
            </a:gsLst>
            <a:lin ang="2700000"/>
          </a:gradFill>
          <a:ln w="12700">
            <a:noFill/>
          </a:ln>
        </p:spPr>
        <p:style>
          <a:lnRef idx="0"/>
          <a:fillRef idx="0"/>
          <a:effectRef idx="0"/>
          <a:fontRef idx="minor"/>
        </p:style>
        <p:txBody>
          <a:bodyPr numCol="1" spcCol="38160" horzOverflow="overflow" lIns="50760" rIns="50760" tIns="17280" bIns="1728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5" name="Triangolo 1"/>
          <p:cNvSpPr/>
          <p:nvPr/>
        </p:nvSpPr>
        <p:spPr>
          <a:xfrm rot="10800000">
            <a:off x="7859520" y="0"/>
            <a:ext cx="4332600" cy="1445400"/>
          </a:xfrm>
          <a:prstGeom prst="triangle">
            <a:avLst>
              <a:gd name="adj" fmla="val 0"/>
            </a:avLst>
          </a:prstGeom>
          <a:gradFill rotWithShape="0">
            <a:gsLst>
              <a:gs pos="0">
                <a:srgbClr val="00ecff"/>
              </a:gs>
              <a:gs pos="73000">
                <a:srgbClr val="51b566"/>
              </a:gs>
              <a:gs pos="83000">
                <a:srgbClr val="51b566"/>
              </a:gs>
              <a:gs pos="100000">
                <a:srgbClr val="51b566"/>
              </a:gs>
            </a:gsLst>
            <a:lin ang="13500000"/>
          </a:gradFill>
          <a:ln w="12700">
            <a:noFill/>
          </a:ln>
        </p:spPr>
        <p:style>
          <a:lnRef idx="0"/>
          <a:fillRef idx="0"/>
          <a:effectRef idx="0"/>
          <a:fontRef idx="minor"/>
        </p:style>
        <p:txBody>
          <a:bodyPr numCol="1" spcCol="38160" horzOverflow="overflow" lIns="50760" rIns="50760" tIns="50760" bIns="5076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6" name="PlaceHolder 3"/>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20000"/>
              </a:lnSpc>
              <a:buNone/>
              <a:tabLst>
                <a:tab algn="l" pos="0"/>
              </a:tabLst>
            </a:pPr>
            <a:r>
              <a:rPr b="0" lang="it-IT" sz="1500" strike="noStrike" u="none">
                <a:solidFill>
                  <a:srgbClr val="009193"/>
                </a:solidFill>
                <a:effectLst/>
                <a:uFillTx/>
                <a:latin typeface="Helvetica Light"/>
              </a:rPr>
              <a:t>Fai clic per modificare il formato del testo del titolo</a:t>
            </a:r>
            <a:endParaRPr b="0" lang="it-IT" sz="1500" strike="noStrike" u="non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 foto relatore">
    <p:bg>
      <p:bgPr>
        <a:solidFill>
          <a:srgbClr val="203c75"/>
        </a:solidFill>
      </p:bgPr>
    </p:bg>
    <p:spTree>
      <p:nvGrpSpPr>
        <p:cNvPr id="1" name=""/>
        <p:cNvGrpSpPr/>
        <p:nvPr/>
      </p:nvGrpSpPr>
      <p:grpSpPr>
        <a:xfrm>
          <a:off x="0" y="0"/>
          <a:ext cx="0" cy="0"/>
          <a:chOff x="0" y="0"/>
          <a:chExt cx="0" cy="0"/>
        </a:xfrm>
      </p:grpSpPr>
      <p:pic>
        <p:nvPicPr>
          <p:cNvPr id="7" name="Immagine 7" descr="Immagine che contiene Carattere, testo, Elementi grafici, logo&#10;&#10;Descrizione generata automaticamente"/>
          <p:cNvPicPr/>
          <p:nvPr/>
        </p:nvPicPr>
        <p:blipFill>
          <a:blip r:embed="rId2"/>
          <a:stretch/>
        </p:blipFill>
        <p:spPr>
          <a:xfrm>
            <a:off x="10906560" y="6247080"/>
            <a:ext cx="885600" cy="433800"/>
          </a:xfrm>
          <a:prstGeom prst="rect">
            <a:avLst/>
          </a:prstGeom>
          <a:noFill/>
          <a:ln w="0">
            <a:noFill/>
          </a:ln>
        </p:spPr>
      </p:pic>
      <p:pic>
        <p:nvPicPr>
          <p:cNvPr id="8" name="Immagine 5" descr="Immagine che contiene testo&#10;&#10;Descrizione generata automaticamente"/>
          <p:cNvPicPr/>
          <p:nvPr/>
        </p:nvPicPr>
        <p:blipFill>
          <a:blip r:embed="rId3"/>
          <a:stretch/>
        </p:blipFill>
        <p:spPr>
          <a:xfrm>
            <a:off x="10288800" y="5594760"/>
            <a:ext cx="1329840" cy="737640"/>
          </a:xfrm>
          <a:prstGeom prst="rect">
            <a:avLst/>
          </a:prstGeom>
          <a:noFill/>
          <a:ln w="0">
            <a:noFill/>
          </a:ln>
        </p:spPr>
      </p:pic>
      <p:sp>
        <p:nvSpPr>
          <p:cNvPr id="9" name="PlaceHolder 1"/>
          <p:cNvSpPr>
            <a:spLocks noGrp="1"/>
          </p:cNvSpPr>
          <p:nvPr>
            <p:ph type="body"/>
          </p:nvPr>
        </p:nvSpPr>
        <p:spPr>
          <a:xfrm>
            <a:off x="1047240" y="793440"/>
            <a:ext cx="10132560" cy="2073600"/>
          </a:xfrm>
          <a:prstGeom prst="rect">
            <a:avLst/>
          </a:prstGeom>
          <a:noFill/>
          <a:ln w="0">
            <a:noFill/>
          </a:ln>
        </p:spPr>
        <p:txBody>
          <a:bodyPr lIns="0" rIns="0" tIns="54000" bIns="54000" anchor="b">
            <a:noAutofit/>
          </a:bodyPr>
          <a:p>
            <a:pPr indent="0" defTabSz="412920">
              <a:lnSpc>
                <a:spcPct val="120000"/>
              </a:lnSpc>
              <a:spcBef>
                <a:spcPts val="2599"/>
              </a:spcBef>
              <a:buNone/>
              <a:tabLst>
                <a:tab algn="l" pos="0"/>
              </a:tabLst>
            </a:pPr>
            <a:r>
              <a:rPr b="1" lang="it-IT" sz="4800" strike="noStrike" u="none">
                <a:solidFill>
                  <a:schemeClr val="lt1"/>
                </a:solidFill>
                <a:effectLst/>
                <a:uFillTx/>
                <a:latin typeface="Montserrat"/>
                <a:ea typeface="Montserrat Light"/>
              </a:rPr>
              <a:t>Titolo</a:t>
            </a:r>
            <a:endParaRPr b="0" lang="it-IT" sz="4800" strike="noStrike" u="none">
              <a:solidFill>
                <a:srgbClr val="ffffff"/>
              </a:solidFill>
              <a:effectLst/>
              <a:uFillTx/>
              <a:latin typeface="Arial"/>
            </a:endParaRPr>
          </a:p>
        </p:txBody>
      </p:sp>
      <p:sp>
        <p:nvSpPr>
          <p:cNvPr id="10" name="PlaceHolder 2"/>
          <p:cNvSpPr>
            <a:spLocks noGrp="1"/>
          </p:cNvSpPr>
          <p:nvPr>
            <p:ph type="body"/>
          </p:nvPr>
        </p:nvSpPr>
        <p:spPr>
          <a:xfrm>
            <a:off x="3343680" y="4426200"/>
            <a:ext cx="7986240" cy="920160"/>
          </a:xfrm>
          <a:prstGeom prst="rect">
            <a:avLst/>
          </a:prstGeom>
          <a:noFill/>
          <a:ln w="0">
            <a:noFill/>
          </a:ln>
        </p:spPr>
        <p:txBody>
          <a:bodyPr lIns="0" rIns="0" tIns="54000" bIns="54000" anchor="t">
            <a:noAutofit/>
          </a:bodyPr>
          <a:p>
            <a:pPr indent="0" defTabSz="412920">
              <a:lnSpc>
                <a:spcPts val="2401"/>
              </a:lnSpc>
              <a:buNone/>
              <a:tabLst>
                <a:tab algn="l" pos="0"/>
              </a:tabLst>
            </a:pPr>
            <a:r>
              <a:rPr b="1" lang="it-IT" sz="1600" strike="noStrike" u="none">
                <a:solidFill>
                  <a:schemeClr val="lt1"/>
                </a:solidFill>
                <a:effectLst/>
                <a:uFillTx/>
                <a:latin typeface="Montserrat SemiBold"/>
                <a:ea typeface="Montserrat Light"/>
              </a:rPr>
              <a:t>Nome Cognome</a:t>
            </a:r>
            <a:endParaRPr b="0" lang="it-IT" sz="1600" strike="noStrike" u="none">
              <a:solidFill>
                <a:srgbClr val="ffffff"/>
              </a:solidFill>
              <a:effectLst/>
              <a:uFillTx/>
              <a:latin typeface="Arial"/>
            </a:endParaRPr>
          </a:p>
          <a:p>
            <a:pPr indent="0" defTabSz="412920">
              <a:lnSpc>
                <a:spcPts val="2401"/>
              </a:lnSpc>
              <a:buNone/>
              <a:tabLst>
                <a:tab algn="l" pos="0"/>
              </a:tabLst>
            </a:pPr>
            <a:r>
              <a:rPr b="1" lang="it-IT" sz="1600" strike="noStrike" u="none">
                <a:solidFill>
                  <a:schemeClr val="lt1"/>
                </a:solidFill>
                <a:effectLst/>
                <a:uFillTx/>
                <a:latin typeface="Montserrat SemiBold"/>
                <a:ea typeface="Montserrat Light"/>
              </a:rPr>
              <a:t>Job title</a:t>
            </a:r>
            <a:endParaRPr b="0" lang="it-IT" sz="1600" strike="noStrike" u="none">
              <a:solidFill>
                <a:srgbClr val="ffffff"/>
              </a:solidFill>
              <a:effectLst/>
              <a:uFillTx/>
              <a:latin typeface="Arial"/>
            </a:endParaRPr>
          </a:p>
        </p:txBody>
      </p:sp>
      <p:sp>
        <p:nvSpPr>
          <p:cNvPr id="11" name="Rettangolo 13"/>
          <p:cNvSpPr/>
          <p:nvPr/>
        </p:nvSpPr>
        <p:spPr>
          <a:xfrm>
            <a:off x="1047240" y="3000240"/>
            <a:ext cx="1798560" cy="34560"/>
          </a:xfrm>
          <a:prstGeom prst="rect">
            <a:avLst/>
          </a:prstGeom>
          <a:gradFill rotWithShape="0">
            <a:gsLst>
              <a:gs pos="0">
                <a:srgbClr val="00ecff"/>
              </a:gs>
              <a:gs pos="98000">
                <a:srgbClr val="51b566"/>
              </a:gs>
            </a:gsLst>
            <a:lin ang="2700000"/>
          </a:gradFill>
          <a:ln w="12700">
            <a:noFill/>
          </a:ln>
        </p:spPr>
        <p:style>
          <a:lnRef idx="0"/>
          <a:fillRef idx="0"/>
          <a:effectRef idx="0"/>
          <a:fontRef idx="minor"/>
        </p:style>
        <p:txBody>
          <a:bodyPr numCol="1" spcCol="38160" horzOverflow="overflow" lIns="50760" rIns="50760" tIns="17280" bIns="1728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12" name="Triangolo 1"/>
          <p:cNvSpPr/>
          <p:nvPr/>
        </p:nvSpPr>
        <p:spPr>
          <a:xfrm rot="10800000">
            <a:off x="7859520" y="0"/>
            <a:ext cx="4332600" cy="1445400"/>
          </a:xfrm>
          <a:prstGeom prst="triangle">
            <a:avLst>
              <a:gd name="adj" fmla="val 0"/>
            </a:avLst>
          </a:prstGeom>
          <a:gradFill rotWithShape="0">
            <a:gsLst>
              <a:gs pos="0">
                <a:srgbClr val="00ecff"/>
              </a:gs>
              <a:gs pos="73000">
                <a:srgbClr val="51b566"/>
              </a:gs>
              <a:gs pos="83000">
                <a:srgbClr val="51b566"/>
              </a:gs>
              <a:gs pos="100000">
                <a:srgbClr val="51b566"/>
              </a:gs>
            </a:gsLst>
            <a:lin ang="13500000"/>
          </a:gradFill>
          <a:ln w="12700">
            <a:noFill/>
          </a:ln>
        </p:spPr>
        <p:style>
          <a:lnRef idx="0"/>
          <a:fillRef idx="0"/>
          <a:effectRef idx="0"/>
          <a:fontRef idx="minor"/>
        </p:style>
        <p:txBody>
          <a:bodyPr numCol="1" spcCol="38160" horzOverflow="overflow" lIns="50760" rIns="50760" tIns="50760" bIns="5076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13" name="Ovale 7"/>
          <p:cNvSpPr/>
          <p:nvPr/>
        </p:nvSpPr>
        <p:spPr>
          <a:xfrm>
            <a:off x="1083600" y="3493440"/>
            <a:ext cx="1940040" cy="1940040"/>
          </a:xfrm>
          <a:prstGeom prst="ellipse">
            <a:avLst/>
          </a:prstGeom>
          <a:noFill/>
          <a:ln w="19050">
            <a:solidFill>
              <a:srgbClr val="51b566"/>
            </a:solidFill>
            <a:miter/>
          </a:ln>
        </p:spPr>
        <p:style>
          <a:lnRef idx="0"/>
          <a:fillRef idx="0"/>
          <a:effectRef idx="0"/>
          <a:fontRef idx="minor"/>
        </p:style>
        <p:txBody>
          <a:bodyPr numCol="1" spcCol="38160" horzOverflow="overflow" lIns="50760" rIns="50760" tIns="50760" bIns="5076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14" name="Ovale 12"/>
          <p:cNvSpPr/>
          <p:nvPr/>
        </p:nvSpPr>
        <p:spPr>
          <a:xfrm>
            <a:off x="1047240" y="3816720"/>
            <a:ext cx="1671120" cy="1671120"/>
          </a:xfrm>
          <a:prstGeom prst="ellipse">
            <a:avLst/>
          </a:prstGeom>
          <a:noFill/>
          <a:ln w="19050">
            <a:solidFill>
              <a:srgbClr val="00ecff"/>
            </a:solidFill>
            <a:miter/>
          </a:ln>
        </p:spPr>
        <p:style>
          <a:lnRef idx="0"/>
          <a:fillRef idx="0"/>
          <a:effectRef idx="0"/>
          <a:fontRef idx="minor"/>
        </p:style>
        <p:txBody>
          <a:bodyPr numCol="1" spcCol="38160" horzOverflow="overflow" lIns="50760" rIns="50760" tIns="50760" bIns="5076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15" name="PlaceHolder 3"/>
          <p:cNvSpPr>
            <a:spLocks noGrp="1"/>
          </p:cNvSpPr>
          <p:nvPr>
            <p:ph type="body"/>
          </p:nvPr>
        </p:nvSpPr>
        <p:spPr>
          <a:xfrm>
            <a:off x="1059120" y="3957840"/>
            <a:ext cx="1511280" cy="1509840"/>
          </a:xfrm>
          <a:prstGeom prst="rect">
            <a:avLst/>
          </a:prstGeom>
          <a:solidFill>
            <a:schemeClr val="lt1"/>
          </a:solidFill>
          <a:ln w="0">
            <a:noFill/>
          </a:ln>
        </p:spPr>
        <p:txBody>
          <a:bodyPr lIns="90000" rIns="90000" tIns="45000" bIns="45000" anchor="ctr">
            <a:noAutofit/>
          </a:bodyPr>
          <a:p>
            <a:pPr indent="0" algn="ctr" defTabSz="412920">
              <a:lnSpc>
                <a:spcPct val="120000"/>
              </a:lnSpc>
              <a:buNone/>
              <a:tabLst>
                <a:tab algn="l" pos="0"/>
              </a:tabLst>
            </a:pPr>
            <a:r>
              <a:rPr b="0" lang="it-IT" sz="1500" strike="noStrike" u="none">
                <a:solidFill>
                  <a:schemeClr val="lt1"/>
                </a:solidFill>
                <a:effectLst/>
                <a:uFillTx/>
                <a:latin typeface="Helvetica Light"/>
                <a:ea typeface="Helvetica Light"/>
              </a:rPr>
              <a:t>FOTO</a:t>
            </a:r>
            <a:endParaRPr b="0" lang="it-IT" sz="1500" strike="noStrike" u="none">
              <a:solidFill>
                <a:srgbClr val="000000"/>
              </a:solidFill>
              <a:effectLst/>
              <a:uFillTx/>
              <a:latin typeface="Arial"/>
            </a:endParaRPr>
          </a:p>
        </p:txBody>
      </p:sp>
      <p:sp>
        <p:nvSpPr>
          <p:cNvPr id="16"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20000"/>
              </a:lnSpc>
              <a:buNone/>
              <a:tabLst>
                <a:tab algn="l" pos="0"/>
              </a:tabLst>
            </a:pPr>
            <a:r>
              <a:rPr b="0" lang="it-IT" sz="1500" strike="noStrike" u="none">
                <a:solidFill>
                  <a:srgbClr val="009193"/>
                </a:solidFill>
                <a:effectLst/>
                <a:uFillTx/>
                <a:latin typeface="Helvetica Light"/>
              </a:rPr>
              <a:t>Fai clic per modificare il formato del testo del titolo</a:t>
            </a:r>
            <a:endParaRPr b="0" lang="it-IT" sz="1500" strike="noStrike" u="none">
              <a:solidFill>
                <a:srgbClr val="fffff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layout">
    <p:bg>
      <p:bgPr>
        <a:solidFill>
          <a:srgbClr val="ffffff"/>
        </a:solidFill>
      </p:bgPr>
    </p:bg>
    <p:spTree>
      <p:nvGrpSpPr>
        <p:cNvPr id="1" name=""/>
        <p:cNvGrpSpPr/>
        <p:nvPr/>
      </p:nvGrpSpPr>
      <p:grpSpPr>
        <a:xfrm>
          <a:off x="0" y="0"/>
          <a:ext cx="0" cy="0"/>
          <a:chOff x="0" y="0"/>
          <a:chExt cx="0" cy="0"/>
        </a:xfrm>
      </p:grpSpPr>
      <p:pic>
        <p:nvPicPr>
          <p:cNvPr id="17" name="Immagine 7" descr="Immagine che contiene Carattere, testo, Elementi grafici, logo&#10;&#10;Descrizione generata automaticamente"/>
          <p:cNvPicPr/>
          <p:nvPr/>
        </p:nvPicPr>
        <p:blipFill>
          <a:blip r:embed="rId2"/>
          <a:stretch/>
        </p:blipFill>
        <p:spPr>
          <a:xfrm>
            <a:off x="10906560" y="6247080"/>
            <a:ext cx="885600" cy="433800"/>
          </a:xfrm>
          <a:prstGeom prst="rect">
            <a:avLst/>
          </a:prstGeom>
          <a:noFill/>
          <a:ln w="0">
            <a:noFill/>
          </a:ln>
        </p:spPr>
      </p:pic>
      <p:sp>
        <p:nvSpPr>
          <p:cNvPr id="1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defTabSz="412920">
              <a:lnSpc>
                <a:spcPct val="80000"/>
              </a:lnSpc>
              <a:buNone/>
              <a:tabLst>
                <a:tab algn="l" pos="0"/>
              </a:tabLst>
            </a:pPr>
            <a:r>
              <a:rPr b="0" lang="it-IT" sz="4000" spc="281" strike="noStrike" u="none">
                <a:solidFill>
                  <a:schemeClr val="dk1"/>
                </a:solidFill>
                <a:effectLst/>
                <a:uFillTx/>
                <a:latin typeface="Montserrat SemiBold"/>
                <a:ea typeface="Montserrat Semi Bold"/>
              </a:rPr>
              <a:t>Fare clic</a:t>
            </a:r>
            <a:endParaRPr b="0" lang="it-IT" sz="4000" strike="noStrike" u="none">
              <a:solidFill>
                <a:srgbClr val="000000"/>
              </a:solidFill>
              <a:effectLst/>
              <a:uFillTx/>
              <a:latin typeface="Arial"/>
            </a:endParaRPr>
          </a:p>
        </p:txBody>
      </p:sp>
      <p:sp>
        <p:nvSpPr>
          <p:cNvPr id="19" name="Rettangolo 7"/>
          <p:cNvSpPr/>
          <p:nvPr/>
        </p:nvSpPr>
        <p:spPr>
          <a:xfrm>
            <a:off x="550800" y="512640"/>
            <a:ext cx="611280" cy="52560"/>
          </a:xfrm>
          <a:prstGeom prst="rect">
            <a:avLst/>
          </a:prstGeom>
          <a:gradFill rotWithShape="0">
            <a:gsLst>
              <a:gs pos="35000">
                <a:srgbClr val="51b566"/>
              </a:gs>
              <a:gs pos="100000">
                <a:srgbClr val="00ecff"/>
              </a:gs>
            </a:gsLst>
            <a:lin ang="2700000"/>
          </a:gradFill>
          <a:ln w="12700">
            <a:noFill/>
          </a:ln>
        </p:spPr>
        <p:style>
          <a:lnRef idx="0"/>
          <a:fillRef idx="0"/>
          <a:effectRef idx="0"/>
          <a:fontRef idx="minor"/>
        </p:style>
        <p:txBody>
          <a:bodyPr numCol="1" spcCol="38160" horzOverflow="overflow" lIns="50760" rIns="50760" tIns="26280" bIns="2628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20" name="PlaceHolder 2"/>
          <p:cNvSpPr>
            <a:spLocks noGrp="1"/>
          </p:cNvSpPr>
          <p:nvPr>
            <p:ph type="body"/>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1400" strike="noStrike" u="none">
                <a:solidFill>
                  <a:schemeClr val="dk2"/>
                </a:solidFill>
                <a:effectLst/>
                <a:uFillTx/>
                <a:latin typeface="Montserrat"/>
                <a:ea typeface="Montserrat Light"/>
              </a:rPr>
              <a:t>Fare clic per modificare gli stili del testo dello schema</a:t>
            </a:r>
            <a:endParaRPr b="0" lang="it-IT" sz="1400" strike="noStrike" u="none">
              <a:solidFill>
                <a:srgbClr val="000000"/>
              </a:solidFill>
              <a:effectLst/>
              <a:uFillTx/>
              <a:latin typeface="Arial"/>
            </a:endParaRPr>
          </a:p>
        </p:txBody>
      </p:sp>
      <p:sp>
        <p:nvSpPr>
          <p:cNvPr id="21" name="PlaceHolder 3"/>
          <p:cNvSpPr>
            <a:spLocks noGrp="1"/>
          </p:cNvSpPr>
          <p:nvPr>
            <p:ph type="body"/>
          </p:nvPr>
        </p:nvSpPr>
        <p:spPr>
          <a:xfrm>
            <a:off x="550800" y="6345360"/>
            <a:ext cx="10206360" cy="285840"/>
          </a:xfrm>
          <a:prstGeom prst="rect">
            <a:avLst/>
          </a:prstGeom>
          <a:noFill/>
          <a:ln w="0">
            <a:noFill/>
          </a:ln>
        </p:spPr>
        <p:txBody>
          <a:bodyPr lIns="0" rIns="0" tIns="0" bIns="0" anchor="ctr">
            <a:noAutofit/>
          </a:bodyPr>
          <a:p>
            <a:pPr indent="0" defTabSz="412920">
              <a:lnSpc>
                <a:spcPct val="120000"/>
              </a:lnSpc>
              <a:spcBef>
                <a:spcPts val="2599"/>
              </a:spcBef>
              <a:buNone/>
              <a:tabLst>
                <a:tab algn="l" pos="0"/>
              </a:tabLst>
            </a:pPr>
            <a:r>
              <a:rPr b="0" lang="it-IT" sz="1100" strike="noStrike" u="none">
                <a:solidFill>
                  <a:srgbClr val="5e5e5e"/>
                </a:solidFill>
                <a:effectLst/>
                <a:uFillTx/>
                <a:latin typeface="Montserrat"/>
                <a:ea typeface="Montserrat Light"/>
              </a:rPr>
              <a:t>Titolo presentazione</a:t>
            </a:r>
            <a:endParaRPr b="0" lang="it-IT" sz="11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layout">
    <p:bg>
      <p:bgPr>
        <a:solidFill>
          <a:srgbClr val="ffffff"/>
        </a:solidFill>
      </p:bgPr>
    </p:bg>
    <p:spTree>
      <p:nvGrpSpPr>
        <p:cNvPr id="1" name=""/>
        <p:cNvGrpSpPr/>
        <p:nvPr/>
      </p:nvGrpSpPr>
      <p:grpSpPr>
        <a:xfrm>
          <a:off x="0" y="0"/>
          <a:ext cx="0" cy="0"/>
          <a:chOff x="0" y="0"/>
          <a:chExt cx="0" cy="0"/>
        </a:xfrm>
      </p:grpSpPr>
      <p:pic>
        <p:nvPicPr>
          <p:cNvPr id="22" name="Immagine 7" descr="Immagine che contiene Carattere, testo, Elementi grafici, logo&#10;&#10;Descrizione generata automaticamente"/>
          <p:cNvPicPr/>
          <p:nvPr/>
        </p:nvPicPr>
        <p:blipFill>
          <a:blip r:embed="rId2"/>
          <a:stretch/>
        </p:blipFill>
        <p:spPr>
          <a:xfrm>
            <a:off x="10906560" y="6247080"/>
            <a:ext cx="885600" cy="433800"/>
          </a:xfrm>
          <a:prstGeom prst="rect">
            <a:avLst/>
          </a:prstGeom>
          <a:noFill/>
          <a:ln w="0">
            <a:noFill/>
          </a:ln>
        </p:spPr>
      </p:pic>
      <p:sp>
        <p:nvSpPr>
          <p:cNvPr id="23"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defTabSz="412920">
              <a:lnSpc>
                <a:spcPct val="80000"/>
              </a:lnSpc>
              <a:buNone/>
              <a:tabLst>
                <a:tab algn="l" pos="0"/>
              </a:tabLst>
            </a:pPr>
            <a:r>
              <a:rPr b="0" lang="it-IT" sz="4000" spc="281" strike="noStrike" u="none">
                <a:solidFill>
                  <a:schemeClr val="dk1"/>
                </a:solidFill>
                <a:effectLst/>
                <a:uFillTx/>
                <a:latin typeface="Montserrat SemiBold"/>
                <a:ea typeface="Montserrat Semi Bold"/>
              </a:rPr>
              <a:t>Fare clic</a:t>
            </a:r>
            <a:endParaRPr b="0" lang="it-IT" sz="4000" strike="noStrike" u="none">
              <a:solidFill>
                <a:srgbClr val="000000"/>
              </a:solidFill>
              <a:effectLst/>
              <a:uFillTx/>
              <a:latin typeface="Arial"/>
            </a:endParaRPr>
          </a:p>
        </p:txBody>
      </p:sp>
      <p:sp>
        <p:nvSpPr>
          <p:cNvPr id="24" name="Rettangolo 7"/>
          <p:cNvSpPr/>
          <p:nvPr/>
        </p:nvSpPr>
        <p:spPr>
          <a:xfrm>
            <a:off x="550800" y="512640"/>
            <a:ext cx="611280" cy="52560"/>
          </a:xfrm>
          <a:prstGeom prst="rect">
            <a:avLst/>
          </a:prstGeom>
          <a:gradFill rotWithShape="0">
            <a:gsLst>
              <a:gs pos="35000">
                <a:srgbClr val="51b566"/>
              </a:gs>
              <a:gs pos="100000">
                <a:srgbClr val="00ecff"/>
              </a:gs>
            </a:gsLst>
            <a:lin ang="2700000"/>
          </a:gradFill>
          <a:ln w="12700">
            <a:noFill/>
          </a:ln>
        </p:spPr>
        <p:style>
          <a:lnRef idx="0"/>
          <a:fillRef idx="0"/>
          <a:effectRef idx="0"/>
          <a:fontRef idx="minor"/>
        </p:style>
        <p:txBody>
          <a:bodyPr numCol="1" spcCol="38160" horzOverflow="overflow" lIns="50760" rIns="50760" tIns="26280" bIns="2628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25" name="PlaceHolder 2"/>
          <p:cNvSpPr>
            <a:spLocks noGrp="1"/>
          </p:cNvSpPr>
          <p:nvPr>
            <p:ph type="body"/>
          </p:nvPr>
        </p:nvSpPr>
        <p:spPr>
          <a:xfrm>
            <a:off x="1163520" y="1322280"/>
            <a:ext cx="41526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1400" strike="noStrike" u="none">
                <a:solidFill>
                  <a:srgbClr val="5e5e5e"/>
                </a:solidFill>
                <a:effectLst/>
                <a:uFillTx/>
                <a:latin typeface="Montserrat"/>
                <a:ea typeface="Montserrat Light"/>
              </a:rPr>
              <a:t>Fare clic per modificare gli stili del testo dello schema</a:t>
            </a:r>
            <a:endParaRPr b="0" lang="it-IT" sz="1400" strike="noStrike" u="none">
              <a:solidFill>
                <a:srgbClr val="000000"/>
              </a:solidFill>
              <a:effectLst/>
              <a:uFillTx/>
              <a:latin typeface="Arial"/>
            </a:endParaRPr>
          </a:p>
        </p:txBody>
      </p:sp>
      <p:sp>
        <p:nvSpPr>
          <p:cNvPr id="26" name="PlaceHolder 3"/>
          <p:cNvSpPr>
            <a:spLocks noGrp="1"/>
          </p:cNvSpPr>
          <p:nvPr>
            <p:ph type="body"/>
          </p:nvPr>
        </p:nvSpPr>
        <p:spPr>
          <a:xfrm>
            <a:off x="5430960" y="1322280"/>
            <a:ext cx="6208920" cy="4880160"/>
          </a:xfrm>
          <a:prstGeom prst="rect">
            <a:avLst/>
          </a:prstGeom>
          <a:no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it-IT" sz="1500" strike="noStrike" u="none">
                <a:solidFill>
                  <a:srgbClr val="5e5e5e"/>
                </a:solidFill>
                <a:effectLst/>
                <a:uFillTx/>
                <a:latin typeface="Montserrat Light"/>
              </a:rPr>
              <a:t>Fai clic per modificare il formato del testo della struttura</a:t>
            </a:r>
            <a:endParaRPr b="0" lang="it-IT" sz="1500" strike="noStrike" u="none">
              <a:solidFill>
                <a:srgbClr val="000000"/>
              </a:solidFill>
              <a:effectLst/>
              <a:uFillTx/>
              <a:latin typeface="Arial"/>
            </a:endParaRPr>
          </a:p>
          <a:p>
            <a:pPr lvl="1" marL="864000" indent="-324000">
              <a:lnSpc>
                <a:spcPct val="120000"/>
              </a:lnSpc>
              <a:spcBef>
                <a:spcPts val="1134"/>
              </a:spcBef>
              <a:buClr>
                <a:srgbClr val="000000"/>
              </a:buClr>
              <a:buSzPct val="75000"/>
              <a:buFont typeface="Symbol" charset="2"/>
              <a:buChar char=""/>
            </a:pPr>
            <a:r>
              <a:rPr b="0" lang="it-IT" sz="1500" strike="noStrike" u="none">
                <a:solidFill>
                  <a:srgbClr val="5e5e5e"/>
                </a:solidFill>
                <a:effectLst/>
                <a:uFillTx/>
                <a:latin typeface="Montserrat Light"/>
              </a:rPr>
              <a:t>Secondo livello struttura</a:t>
            </a:r>
            <a:endParaRPr b="0" lang="it-IT" sz="1500" strike="noStrike" u="none">
              <a:solidFill>
                <a:srgbClr val="000000"/>
              </a:solidFill>
              <a:effectLst/>
              <a:uFillTx/>
              <a:latin typeface="Arial"/>
            </a:endParaRPr>
          </a:p>
          <a:p>
            <a:pPr lvl="2" marL="1296000" indent="-288000">
              <a:lnSpc>
                <a:spcPct val="120000"/>
              </a:lnSpc>
              <a:spcBef>
                <a:spcPts val="850"/>
              </a:spcBef>
              <a:buClr>
                <a:srgbClr val="000000"/>
              </a:buClr>
              <a:buSzPct val="45000"/>
              <a:buFont typeface="Wingdings" charset="2"/>
              <a:buChar char=""/>
            </a:pPr>
            <a:r>
              <a:rPr b="0" lang="it-IT" sz="1500" strike="noStrike" u="none">
                <a:solidFill>
                  <a:srgbClr val="5e5e5e"/>
                </a:solidFill>
                <a:effectLst/>
                <a:uFillTx/>
                <a:latin typeface="Montserrat Light"/>
              </a:rPr>
              <a:t>Terzo livello struttura</a:t>
            </a:r>
            <a:endParaRPr b="0" lang="it-IT" sz="1500" strike="noStrike" u="none">
              <a:solidFill>
                <a:srgbClr val="000000"/>
              </a:solidFill>
              <a:effectLst/>
              <a:uFillTx/>
              <a:latin typeface="Arial"/>
            </a:endParaRPr>
          </a:p>
          <a:p>
            <a:pPr lvl="3" marL="1728000" indent="-216000">
              <a:lnSpc>
                <a:spcPct val="120000"/>
              </a:lnSpc>
              <a:spcBef>
                <a:spcPts val="567"/>
              </a:spcBef>
              <a:buClr>
                <a:srgbClr val="000000"/>
              </a:buClr>
              <a:buSzPct val="75000"/>
              <a:buFont typeface="Symbol" charset="2"/>
              <a:buChar char=""/>
            </a:pPr>
            <a:r>
              <a:rPr b="0" lang="it-IT" sz="1500" strike="noStrike" u="none">
                <a:solidFill>
                  <a:srgbClr val="5e5e5e"/>
                </a:solidFill>
                <a:effectLst/>
                <a:uFillTx/>
                <a:latin typeface="Montserrat Light"/>
              </a:rPr>
              <a:t>Quarto livello struttura</a:t>
            </a:r>
            <a:endParaRPr b="0" lang="it-IT" sz="1500" strike="noStrike" u="none">
              <a:solidFill>
                <a:srgbClr val="000000"/>
              </a:solidFill>
              <a:effectLst/>
              <a:uFillTx/>
              <a:latin typeface="Arial"/>
            </a:endParaRPr>
          </a:p>
          <a:p>
            <a:pPr lvl="4" marL="2160000" indent="-216000">
              <a:lnSpc>
                <a:spcPct val="120000"/>
              </a:lnSpc>
              <a:spcBef>
                <a:spcPts val="283"/>
              </a:spcBef>
              <a:buClr>
                <a:srgbClr val="000000"/>
              </a:buClr>
              <a:buSzPct val="45000"/>
              <a:buFont typeface="Wingdings" charset="2"/>
              <a:buChar char=""/>
            </a:pPr>
            <a:r>
              <a:rPr b="0" lang="it-IT" sz="1500" strike="noStrike" u="none">
                <a:solidFill>
                  <a:srgbClr val="5e5e5e"/>
                </a:solidFill>
                <a:effectLst/>
                <a:uFillTx/>
                <a:latin typeface="Montserrat Light"/>
              </a:rPr>
              <a:t>Quinto livello struttura</a:t>
            </a:r>
            <a:endParaRPr b="0" lang="it-IT" sz="1500" strike="noStrike" u="none">
              <a:solidFill>
                <a:srgbClr val="000000"/>
              </a:solidFill>
              <a:effectLst/>
              <a:uFillTx/>
              <a:latin typeface="Arial"/>
            </a:endParaRPr>
          </a:p>
          <a:p>
            <a:pPr lvl="5" marL="2592000" indent="-216000">
              <a:lnSpc>
                <a:spcPct val="120000"/>
              </a:lnSpc>
              <a:spcBef>
                <a:spcPts val="283"/>
              </a:spcBef>
              <a:buClr>
                <a:srgbClr val="000000"/>
              </a:buClr>
              <a:buSzPct val="45000"/>
              <a:buFont typeface="Wingdings" charset="2"/>
              <a:buChar char=""/>
            </a:pPr>
            <a:r>
              <a:rPr b="0" lang="it-IT" sz="1500" strike="noStrike" u="none">
                <a:solidFill>
                  <a:srgbClr val="5e5e5e"/>
                </a:solidFill>
                <a:effectLst/>
                <a:uFillTx/>
                <a:latin typeface="Montserrat Light"/>
              </a:rPr>
              <a:t>Sesto livello struttura</a:t>
            </a:r>
            <a:endParaRPr b="0" lang="it-IT" sz="1500" strike="noStrike" u="none">
              <a:solidFill>
                <a:srgbClr val="000000"/>
              </a:solidFill>
              <a:effectLst/>
              <a:uFillTx/>
              <a:latin typeface="Arial"/>
            </a:endParaRPr>
          </a:p>
          <a:p>
            <a:pPr lvl="6" marL="3024000" indent="-216000">
              <a:lnSpc>
                <a:spcPct val="120000"/>
              </a:lnSpc>
              <a:spcBef>
                <a:spcPts val="283"/>
              </a:spcBef>
              <a:buClr>
                <a:srgbClr val="000000"/>
              </a:buClr>
              <a:buSzPct val="45000"/>
              <a:buFont typeface="Wingdings" charset="2"/>
              <a:buChar char=""/>
            </a:pPr>
            <a:r>
              <a:rPr b="0" lang="it-IT" sz="1500" strike="noStrike" u="none">
                <a:solidFill>
                  <a:srgbClr val="5e5e5e"/>
                </a:solidFill>
                <a:effectLst/>
                <a:uFillTx/>
                <a:latin typeface="Montserrat Light"/>
              </a:rPr>
              <a:t>Settimo livello struttura</a:t>
            </a:r>
            <a:endParaRPr b="0" lang="it-IT" sz="1500" strike="noStrike" u="none">
              <a:solidFill>
                <a:srgbClr val="000000"/>
              </a:solidFill>
              <a:effectLst/>
              <a:uFillTx/>
              <a:latin typeface="Arial"/>
            </a:endParaRPr>
          </a:p>
        </p:txBody>
      </p:sp>
      <p:sp>
        <p:nvSpPr>
          <p:cNvPr id="27" name="PlaceHolder 4"/>
          <p:cNvSpPr>
            <a:spLocks noGrp="1"/>
          </p:cNvSpPr>
          <p:nvPr>
            <p:ph type="body"/>
          </p:nvPr>
        </p:nvSpPr>
        <p:spPr>
          <a:xfrm>
            <a:off x="550800" y="6345360"/>
            <a:ext cx="10206360" cy="285840"/>
          </a:xfrm>
          <a:prstGeom prst="rect">
            <a:avLst/>
          </a:prstGeom>
          <a:noFill/>
          <a:ln w="0">
            <a:noFill/>
          </a:ln>
        </p:spPr>
        <p:txBody>
          <a:bodyPr lIns="0" rIns="0" tIns="0" bIns="0" anchor="ctr">
            <a:noAutofit/>
          </a:bodyPr>
          <a:p>
            <a:pPr indent="0" defTabSz="412920">
              <a:lnSpc>
                <a:spcPct val="120000"/>
              </a:lnSpc>
              <a:spcBef>
                <a:spcPts val="2599"/>
              </a:spcBef>
              <a:buNone/>
              <a:tabLst>
                <a:tab algn="l" pos="0"/>
              </a:tabLst>
            </a:pPr>
            <a:r>
              <a:rPr b="0" lang="it-IT" sz="1100" strike="noStrike" u="none">
                <a:solidFill>
                  <a:srgbClr val="5e5e5e"/>
                </a:solidFill>
                <a:effectLst/>
                <a:uFillTx/>
                <a:latin typeface="Montserrat"/>
                <a:ea typeface="Montserrat Light"/>
              </a:rPr>
              <a:t>Titolo presentazione</a:t>
            </a:r>
            <a:endParaRPr b="0" lang="it-IT" sz="11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layout">
    <p:bg>
      <p:bgPr>
        <a:solidFill>
          <a:srgbClr val="ffffff"/>
        </a:solidFill>
      </p:bgPr>
    </p:bg>
    <p:spTree>
      <p:nvGrpSpPr>
        <p:cNvPr id="1" name=""/>
        <p:cNvGrpSpPr/>
        <p:nvPr/>
      </p:nvGrpSpPr>
      <p:grpSpPr>
        <a:xfrm>
          <a:off x="0" y="0"/>
          <a:ext cx="0" cy="0"/>
          <a:chOff x="0" y="0"/>
          <a:chExt cx="0" cy="0"/>
        </a:xfrm>
      </p:grpSpPr>
      <p:pic>
        <p:nvPicPr>
          <p:cNvPr id="28" name="Immagine 7" descr="Immagine che contiene Carattere, testo, Elementi grafici, logo&#10;&#10;Descrizione generata automaticamente"/>
          <p:cNvPicPr/>
          <p:nvPr/>
        </p:nvPicPr>
        <p:blipFill>
          <a:blip r:embed="rId2"/>
          <a:stretch/>
        </p:blipFill>
        <p:spPr>
          <a:xfrm>
            <a:off x="10906560" y="6247080"/>
            <a:ext cx="885600" cy="433800"/>
          </a:xfrm>
          <a:prstGeom prst="rect">
            <a:avLst/>
          </a:prstGeom>
          <a:noFill/>
          <a:ln w="0">
            <a:noFill/>
          </a:ln>
        </p:spPr>
      </p:pic>
      <p:sp>
        <p:nvSpPr>
          <p:cNvPr id="29" name="Rettangolo 7"/>
          <p:cNvSpPr/>
          <p:nvPr/>
        </p:nvSpPr>
        <p:spPr>
          <a:xfrm>
            <a:off x="550800" y="512640"/>
            <a:ext cx="611280" cy="52560"/>
          </a:xfrm>
          <a:prstGeom prst="rect">
            <a:avLst/>
          </a:prstGeom>
          <a:gradFill rotWithShape="0">
            <a:gsLst>
              <a:gs pos="35000">
                <a:srgbClr val="51b566"/>
              </a:gs>
              <a:gs pos="100000">
                <a:srgbClr val="00ecff"/>
              </a:gs>
            </a:gsLst>
            <a:lin ang="2700000"/>
          </a:gradFill>
          <a:ln w="12700">
            <a:noFill/>
          </a:ln>
        </p:spPr>
        <p:style>
          <a:lnRef idx="0"/>
          <a:fillRef idx="0"/>
          <a:effectRef idx="0"/>
          <a:fontRef idx="minor"/>
        </p:style>
        <p:txBody>
          <a:bodyPr numCol="1" spcCol="38160" horzOverflow="overflow" lIns="50760" rIns="50760" tIns="26280" bIns="2628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sp>
        <p:nvSpPr>
          <p:cNvPr id="30" name="PlaceHolder 1"/>
          <p:cNvSpPr>
            <a:spLocks noGrp="1"/>
          </p:cNvSpPr>
          <p:nvPr>
            <p:ph type="body"/>
          </p:nvPr>
        </p:nvSpPr>
        <p:spPr>
          <a:xfrm>
            <a:off x="1280160" y="512640"/>
            <a:ext cx="10359360" cy="5689800"/>
          </a:xfrm>
          <a:prstGeom prst="rect">
            <a:avLst/>
          </a:prstGeom>
          <a:no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it-IT" sz="1500" strike="noStrike" u="none">
                <a:solidFill>
                  <a:srgbClr val="5e5e5e"/>
                </a:solidFill>
                <a:effectLst/>
                <a:uFillTx/>
                <a:latin typeface="Montserrat Light"/>
              </a:rPr>
              <a:t>Fai clic per modificare il formato del testo della struttura</a:t>
            </a:r>
            <a:endParaRPr b="0" lang="it-IT" sz="1500" strike="noStrike" u="none">
              <a:solidFill>
                <a:srgbClr val="000000"/>
              </a:solidFill>
              <a:effectLst/>
              <a:uFillTx/>
              <a:latin typeface="Arial"/>
            </a:endParaRPr>
          </a:p>
          <a:p>
            <a:pPr lvl="1" marL="864000" indent="-324000">
              <a:lnSpc>
                <a:spcPct val="120000"/>
              </a:lnSpc>
              <a:spcBef>
                <a:spcPts val="1134"/>
              </a:spcBef>
              <a:buClr>
                <a:srgbClr val="000000"/>
              </a:buClr>
              <a:buSzPct val="75000"/>
              <a:buFont typeface="Symbol" charset="2"/>
              <a:buChar char=""/>
            </a:pPr>
            <a:r>
              <a:rPr b="0" lang="it-IT" sz="1500" strike="noStrike" u="none">
                <a:solidFill>
                  <a:srgbClr val="5e5e5e"/>
                </a:solidFill>
                <a:effectLst/>
                <a:uFillTx/>
                <a:latin typeface="Montserrat Light"/>
              </a:rPr>
              <a:t>Secondo livello struttura</a:t>
            </a:r>
            <a:endParaRPr b="0" lang="it-IT" sz="1500" strike="noStrike" u="none">
              <a:solidFill>
                <a:srgbClr val="000000"/>
              </a:solidFill>
              <a:effectLst/>
              <a:uFillTx/>
              <a:latin typeface="Arial"/>
            </a:endParaRPr>
          </a:p>
          <a:p>
            <a:pPr lvl="2" marL="1296000" indent="-288000">
              <a:lnSpc>
                <a:spcPct val="120000"/>
              </a:lnSpc>
              <a:spcBef>
                <a:spcPts val="850"/>
              </a:spcBef>
              <a:buClr>
                <a:srgbClr val="000000"/>
              </a:buClr>
              <a:buSzPct val="45000"/>
              <a:buFont typeface="Wingdings" charset="2"/>
              <a:buChar char=""/>
            </a:pPr>
            <a:r>
              <a:rPr b="0" lang="it-IT" sz="1500" strike="noStrike" u="none">
                <a:solidFill>
                  <a:srgbClr val="5e5e5e"/>
                </a:solidFill>
                <a:effectLst/>
                <a:uFillTx/>
                <a:latin typeface="Montserrat Light"/>
              </a:rPr>
              <a:t>Terzo livello struttura</a:t>
            </a:r>
            <a:endParaRPr b="0" lang="it-IT" sz="1500" strike="noStrike" u="none">
              <a:solidFill>
                <a:srgbClr val="000000"/>
              </a:solidFill>
              <a:effectLst/>
              <a:uFillTx/>
              <a:latin typeface="Arial"/>
            </a:endParaRPr>
          </a:p>
          <a:p>
            <a:pPr lvl="3" marL="1728000" indent="-216000">
              <a:lnSpc>
                <a:spcPct val="120000"/>
              </a:lnSpc>
              <a:spcBef>
                <a:spcPts val="567"/>
              </a:spcBef>
              <a:buClr>
                <a:srgbClr val="000000"/>
              </a:buClr>
              <a:buSzPct val="75000"/>
              <a:buFont typeface="Symbol" charset="2"/>
              <a:buChar char=""/>
            </a:pPr>
            <a:r>
              <a:rPr b="0" lang="it-IT" sz="1500" strike="noStrike" u="none">
                <a:solidFill>
                  <a:srgbClr val="5e5e5e"/>
                </a:solidFill>
                <a:effectLst/>
                <a:uFillTx/>
                <a:latin typeface="Montserrat Light"/>
              </a:rPr>
              <a:t>Quarto livello struttura</a:t>
            </a:r>
            <a:endParaRPr b="0" lang="it-IT" sz="1500" strike="noStrike" u="none">
              <a:solidFill>
                <a:srgbClr val="000000"/>
              </a:solidFill>
              <a:effectLst/>
              <a:uFillTx/>
              <a:latin typeface="Arial"/>
            </a:endParaRPr>
          </a:p>
          <a:p>
            <a:pPr lvl="4" marL="2160000" indent="-216000">
              <a:lnSpc>
                <a:spcPct val="120000"/>
              </a:lnSpc>
              <a:spcBef>
                <a:spcPts val="283"/>
              </a:spcBef>
              <a:buClr>
                <a:srgbClr val="000000"/>
              </a:buClr>
              <a:buSzPct val="45000"/>
              <a:buFont typeface="Wingdings" charset="2"/>
              <a:buChar char=""/>
            </a:pPr>
            <a:r>
              <a:rPr b="0" lang="it-IT" sz="1500" strike="noStrike" u="none">
                <a:solidFill>
                  <a:srgbClr val="5e5e5e"/>
                </a:solidFill>
                <a:effectLst/>
                <a:uFillTx/>
                <a:latin typeface="Montserrat Light"/>
              </a:rPr>
              <a:t>Quinto livello struttura</a:t>
            </a:r>
            <a:endParaRPr b="0" lang="it-IT" sz="1500" strike="noStrike" u="none">
              <a:solidFill>
                <a:srgbClr val="000000"/>
              </a:solidFill>
              <a:effectLst/>
              <a:uFillTx/>
              <a:latin typeface="Arial"/>
            </a:endParaRPr>
          </a:p>
          <a:p>
            <a:pPr lvl="5" marL="2592000" indent="-216000">
              <a:lnSpc>
                <a:spcPct val="120000"/>
              </a:lnSpc>
              <a:spcBef>
                <a:spcPts val="283"/>
              </a:spcBef>
              <a:buClr>
                <a:srgbClr val="000000"/>
              </a:buClr>
              <a:buSzPct val="45000"/>
              <a:buFont typeface="Wingdings" charset="2"/>
              <a:buChar char=""/>
            </a:pPr>
            <a:r>
              <a:rPr b="0" lang="it-IT" sz="1500" strike="noStrike" u="none">
                <a:solidFill>
                  <a:srgbClr val="5e5e5e"/>
                </a:solidFill>
                <a:effectLst/>
                <a:uFillTx/>
                <a:latin typeface="Montserrat Light"/>
              </a:rPr>
              <a:t>Sesto livello struttura</a:t>
            </a:r>
            <a:endParaRPr b="0" lang="it-IT" sz="1500" strike="noStrike" u="none">
              <a:solidFill>
                <a:srgbClr val="000000"/>
              </a:solidFill>
              <a:effectLst/>
              <a:uFillTx/>
              <a:latin typeface="Arial"/>
            </a:endParaRPr>
          </a:p>
          <a:p>
            <a:pPr lvl="6" marL="3024000" indent="-216000">
              <a:lnSpc>
                <a:spcPct val="120000"/>
              </a:lnSpc>
              <a:spcBef>
                <a:spcPts val="283"/>
              </a:spcBef>
              <a:buClr>
                <a:srgbClr val="000000"/>
              </a:buClr>
              <a:buSzPct val="45000"/>
              <a:buFont typeface="Wingdings" charset="2"/>
              <a:buChar char=""/>
            </a:pPr>
            <a:r>
              <a:rPr b="0" lang="it-IT" sz="1500" strike="noStrike" u="none">
                <a:solidFill>
                  <a:srgbClr val="5e5e5e"/>
                </a:solidFill>
                <a:effectLst/>
                <a:uFillTx/>
                <a:latin typeface="Montserrat Light"/>
              </a:rPr>
              <a:t>Settimo livello struttura</a:t>
            </a:r>
            <a:endParaRPr b="0" lang="it-IT" sz="1500" strike="noStrike" u="none">
              <a:solidFill>
                <a:srgbClr val="000000"/>
              </a:solidFill>
              <a:effectLst/>
              <a:uFillTx/>
              <a:latin typeface="Arial"/>
            </a:endParaRPr>
          </a:p>
        </p:txBody>
      </p:sp>
      <p:sp>
        <p:nvSpPr>
          <p:cNvPr id="31" name="PlaceHolder 2"/>
          <p:cNvSpPr>
            <a:spLocks noGrp="1"/>
          </p:cNvSpPr>
          <p:nvPr>
            <p:ph type="body"/>
          </p:nvPr>
        </p:nvSpPr>
        <p:spPr>
          <a:xfrm>
            <a:off x="550800" y="6345360"/>
            <a:ext cx="10206360" cy="285840"/>
          </a:xfrm>
          <a:prstGeom prst="rect">
            <a:avLst/>
          </a:prstGeom>
          <a:noFill/>
          <a:ln w="0">
            <a:noFill/>
          </a:ln>
        </p:spPr>
        <p:txBody>
          <a:bodyPr lIns="0" rIns="0" tIns="0" bIns="0" anchor="ctr">
            <a:noAutofit/>
          </a:bodyPr>
          <a:p>
            <a:pPr indent="0" defTabSz="412920">
              <a:lnSpc>
                <a:spcPct val="120000"/>
              </a:lnSpc>
              <a:spcBef>
                <a:spcPts val="2599"/>
              </a:spcBef>
              <a:buNone/>
              <a:tabLst>
                <a:tab algn="l" pos="0"/>
              </a:tabLst>
            </a:pPr>
            <a:r>
              <a:rPr b="0" lang="it-IT" sz="1100" strike="noStrike" u="none">
                <a:solidFill>
                  <a:srgbClr val="5e5e5e"/>
                </a:solidFill>
                <a:effectLst/>
                <a:uFillTx/>
                <a:latin typeface="Montserrat"/>
                <a:ea typeface="Montserrat Light"/>
              </a:rPr>
              <a:t>Titolo presentazione</a:t>
            </a:r>
            <a:endParaRPr b="0" lang="it-IT" sz="1100" strike="noStrike" u="none">
              <a:solidFill>
                <a:srgbClr val="000000"/>
              </a:solidFill>
              <a:effectLst/>
              <a:uFillTx/>
              <a:latin typeface="Arial"/>
            </a:endParaRPr>
          </a:p>
        </p:txBody>
      </p:sp>
      <p:sp>
        <p:nvSpPr>
          <p:cNvPr id="32" name="PlaceHolder 3"/>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20000"/>
              </a:lnSpc>
              <a:buNone/>
              <a:tabLst>
                <a:tab algn="l" pos="0"/>
              </a:tabLst>
            </a:pPr>
            <a:r>
              <a:rPr b="0" lang="it-IT" sz="1500" strike="noStrike" u="none">
                <a:solidFill>
                  <a:srgbClr val="009193"/>
                </a:solidFill>
                <a:effectLst/>
                <a:uFillTx/>
                <a:latin typeface="Helvetica Light"/>
              </a:rPr>
              <a:t>Fai clic per modificare il formato del testo del titolo</a:t>
            </a:r>
            <a:endParaRPr b="0" lang="it-IT" sz="15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iusura">
    <p:bg>
      <p:bgPr>
        <a:solidFill>
          <a:srgbClr val="203c75"/>
        </a:solidFill>
      </p:bgPr>
    </p:bg>
    <p:spTree>
      <p:nvGrpSpPr>
        <p:cNvPr id="1" name=""/>
        <p:cNvGrpSpPr/>
        <p:nvPr/>
      </p:nvGrpSpPr>
      <p:grpSpPr>
        <a:xfrm>
          <a:off x="0" y="0"/>
          <a:ext cx="0" cy="0"/>
          <a:chOff x="0" y="0"/>
          <a:chExt cx="0" cy="0"/>
        </a:xfrm>
      </p:grpSpPr>
      <p:pic>
        <p:nvPicPr>
          <p:cNvPr id="33" name="Immagine 7" descr="Immagine che contiene Carattere, testo, Elementi grafici, logo&#10;&#10;Descrizione generata automaticamente"/>
          <p:cNvPicPr/>
          <p:nvPr/>
        </p:nvPicPr>
        <p:blipFill>
          <a:blip r:embed="rId2"/>
          <a:stretch/>
        </p:blipFill>
        <p:spPr>
          <a:xfrm>
            <a:off x="10906560" y="6247080"/>
            <a:ext cx="885600" cy="433800"/>
          </a:xfrm>
          <a:prstGeom prst="rect">
            <a:avLst/>
          </a:prstGeom>
          <a:noFill/>
          <a:ln w="0">
            <a:noFill/>
          </a:ln>
        </p:spPr>
      </p:pic>
      <p:sp>
        <p:nvSpPr>
          <p:cNvPr id="34" name="PlaceHolder 1"/>
          <p:cNvSpPr>
            <a:spLocks noGrp="1"/>
          </p:cNvSpPr>
          <p:nvPr>
            <p:ph type="body"/>
          </p:nvPr>
        </p:nvSpPr>
        <p:spPr>
          <a:xfrm>
            <a:off x="1014480" y="2887560"/>
            <a:ext cx="10162080" cy="700920"/>
          </a:xfrm>
          <a:prstGeom prst="rect">
            <a:avLst/>
          </a:prstGeom>
          <a:noFill/>
          <a:ln w="0">
            <a:noFill/>
          </a:ln>
        </p:spPr>
        <p:txBody>
          <a:bodyPr lIns="90000" rIns="90000" tIns="45000" bIns="45000" anchor="t">
            <a:noAutofit/>
          </a:bodyPr>
          <a:p>
            <a:pPr indent="0" algn="ctr" defTabSz="412920">
              <a:lnSpc>
                <a:spcPts val="5400"/>
              </a:lnSpc>
              <a:buNone/>
              <a:tabLst>
                <a:tab algn="l" pos="0"/>
              </a:tabLst>
            </a:pPr>
            <a:r>
              <a:rPr b="0" lang="it-IT" sz="5400" strike="noStrike" u="none">
                <a:solidFill>
                  <a:schemeClr val="lt1"/>
                </a:solidFill>
                <a:effectLst/>
                <a:uFillTx/>
                <a:latin typeface="Montserrat SemiBold"/>
                <a:ea typeface="Montserrat Light"/>
              </a:rPr>
              <a:t>Grazie.</a:t>
            </a:r>
            <a:endParaRPr b="0" lang="it-IT" sz="5400" strike="noStrike" u="none">
              <a:solidFill>
                <a:srgbClr val="ffffff"/>
              </a:solidFill>
              <a:effectLst/>
              <a:uFillTx/>
              <a:latin typeface="Arial"/>
            </a:endParaRPr>
          </a:p>
        </p:txBody>
      </p:sp>
      <p:cxnSp>
        <p:nvCxnSpPr>
          <p:cNvPr id="35" name="Connettore 1 11"/>
          <p:cNvCxnSpPr/>
          <p:nvPr/>
        </p:nvCxnSpPr>
        <p:spPr>
          <a:xfrm>
            <a:off x="1014120" y="3803760"/>
            <a:ext cx="10164960" cy="1440"/>
          </a:xfrm>
          <a:prstGeom prst="straightConnector1">
            <a:avLst/>
          </a:prstGeom>
          <a:ln w="6350">
            <a:solidFill>
              <a:srgbClr val="00ecff"/>
            </a:solidFill>
            <a:miter/>
          </a:ln>
        </p:spPr>
      </p:cxnSp>
      <p:pic>
        <p:nvPicPr>
          <p:cNvPr id="36" name="Immagine 22" descr=""/>
          <p:cNvPicPr/>
          <p:nvPr/>
        </p:nvPicPr>
        <p:blipFill>
          <a:blip r:embed="rId3"/>
          <a:stretch/>
        </p:blipFill>
        <p:spPr>
          <a:xfrm>
            <a:off x="565200" y="5911200"/>
            <a:ext cx="2625480" cy="378000"/>
          </a:xfrm>
          <a:prstGeom prst="rect">
            <a:avLst/>
          </a:prstGeom>
          <a:noFill/>
          <a:ln w="0">
            <a:noFill/>
          </a:ln>
        </p:spPr>
      </p:pic>
      <p:sp>
        <p:nvSpPr>
          <p:cNvPr id="37" name="Triangolo 1"/>
          <p:cNvSpPr/>
          <p:nvPr/>
        </p:nvSpPr>
        <p:spPr>
          <a:xfrm rot="10800000">
            <a:off x="7859520" y="0"/>
            <a:ext cx="4332600" cy="1445400"/>
          </a:xfrm>
          <a:prstGeom prst="triangle">
            <a:avLst>
              <a:gd name="adj" fmla="val 0"/>
            </a:avLst>
          </a:prstGeom>
          <a:gradFill rotWithShape="0">
            <a:gsLst>
              <a:gs pos="0">
                <a:srgbClr val="00ecff"/>
              </a:gs>
              <a:gs pos="73000">
                <a:srgbClr val="51b566"/>
              </a:gs>
              <a:gs pos="83000">
                <a:srgbClr val="51b566"/>
              </a:gs>
              <a:gs pos="100000">
                <a:srgbClr val="51b566"/>
              </a:gs>
            </a:gsLst>
            <a:lin ang="13500000"/>
          </a:gradFill>
          <a:ln w="12700">
            <a:noFill/>
          </a:ln>
        </p:spPr>
        <p:style>
          <a:lnRef idx="0"/>
          <a:fillRef idx="0"/>
          <a:effectRef idx="0"/>
          <a:fontRef idx="minor"/>
        </p:style>
        <p:txBody>
          <a:bodyPr numCol="1" spcCol="38160" horzOverflow="overflow" lIns="50760" rIns="50760" tIns="50760" bIns="50760" anchor="ctr">
            <a:spAutoFit/>
          </a:bodyPr>
          <a:p>
            <a:pPr algn="ctr" defTabSz="825480">
              <a:lnSpc>
                <a:spcPct val="100000"/>
              </a:lnSpc>
              <a:tabLst>
                <a:tab algn="l" pos="0"/>
              </a:tabLst>
            </a:pPr>
            <a:endParaRPr b="0" lang="it-IT" sz="3200" strike="noStrike" u="none">
              <a:solidFill>
                <a:srgbClr val="ffffff"/>
              </a:solidFill>
              <a:effectLst/>
              <a:uFillTx/>
              <a:latin typeface="Helvetica Light"/>
              <a:ea typeface="Helvetica Light"/>
            </a:endParaRPr>
          </a:p>
        </p:txBody>
      </p:sp>
      <p:pic>
        <p:nvPicPr>
          <p:cNvPr id="38" name="Immagine 5" descr="Immagine che contiene testo&#10;&#10;Descrizione generata automaticamente"/>
          <p:cNvPicPr/>
          <p:nvPr/>
        </p:nvPicPr>
        <p:blipFill>
          <a:blip r:embed="rId4"/>
          <a:stretch/>
        </p:blipFill>
        <p:spPr>
          <a:xfrm>
            <a:off x="10288800" y="5594760"/>
            <a:ext cx="1329840" cy="737640"/>
          </a:xfrm>
          <a:prstGeom prst="rect">
            <a:avLst/>
          </a:prstGeom>
          <a:noFill/>
          <a:ln w="0">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p:nvPr>
        </p:nvSpPr>
        <p:spPr>
          <a:xfrm>
            <a:off x="1047240" y="1288080"/>
            <a:ext cx="10132560" cy="2073600"/>
          </a:xfrm>
          <a:prstGeom prst="rect">
            <a:avLst/>
          </a:prstGeom>
          <a:noFill/>
          <a:ln w="0">
            <a:noFill/>
          </a:ln>
        </p:spPr>
        <p:txBody>
          <a:bodyPr lIns="0" rIns="0" tIns="54000" bIns="54000" anchor="b">
            <a:noAutofit/>
          </a:bodyPr>
          <a:p>
            <a:pPr indent="0">
              <a:lnSpc>
                <a:spcPct val="100000"/>
              </a:lnSpc>
              <a:buNone/>
              <a:tabLst>
                <a:tab algn="l" pos="0"/>
              </a:tabLst>
            </a:pPr>
            <a:r>
              <a:rPr b="1" lang="it-IT" sz="4000" strike="noStrike" u="none">
                <a:solidFill>
                  <a:srgbClr val="ffffff"/>
                </a:solidFill>
                <a:effectLst/>
                <a:uFillTx/>
                <a:latin typeface="Trebuchet MS"/>
                <a:ea typeface="Microsoft YaHei"/>
              </a:rPr>
              <a:t>Gestione degli errori (try / except)</a:t>
            </a:r>
            <a:endParaRPr b="0" lang="it-IT" sz="4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Perché la gestione degli errori è fondamentale</a:t>
            </a:r>
            <a:endParaRPr b="0" lang="it-IT" sz="3600" strike="noStrike" u="none">
              <a:solidFill>
                <a:srgbClr val="000000"/>
              </a:solidFill>
              <a:effectLst/>
              <a:uFillTx/>
              <a:latin typeface="Arial"/>
            </a:endParaRPr>
          </a:p>
        </p:txBody>
      </p:sp>
      <p:sp>
        <p:nvSpPr>
          <p:cNvPr id="4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Ogni programma reale prima o poi fallisce: input errati, file mancanti, API che non rispondono, database offline. Se non gestisci questi casi, il tuo programma si interrompe bruscamente mostrando un traceback poco comprensibile all’utente. La gestione degli errori permette di intercettare problemi e reagire in modo controllato. </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Un software professionale non è quello che non sbaglia mai, ma quello che </a:t>
            </a:r>
            <a:r>
              <a:rPr b="1" lang="it-IT" sz="2400" strike="noStrike" u="none">
                <a:solidFill>
                  <a:schemeClr val="dk2"/>
                </a:solidFill>
                <a:effectLst/>
                <a:uFillTx/>
                <a:latin typeface="Trebuchet MS"/>
              </a:rPr>
              <a:t>gestisce bene gli errori</a:t>
            </a:r>
            <a:r>
              <a:rPr b="0" lang="it-IT" sz="2400" strike="noStrike" u="none">
                <a:solidFill>
                  <a:schemeClr val="dk2"/>
                </a:solidFill>
                <a:effectLst/>
                <a:uFillTx/>
                <a:latin typeface="Trebuchet MS"/>
              </a:rPr>
              <a:t>. Python offre un sistema potente basato su eccezioni (exceptions) per controllare questi scenari.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Cos’è un’eccezione?</a:t>
            </a:r>
            <a:endParaRPr b="0" lang="it-IT" sz="3600" strike="noStrike" u="none">
              <a:solidFill>
                <a:srgbClr val="000000"/>
              </a:solidFill>
              <a:effectLst/>
              <a:uFillTx/>
              <a:latin typeface="Arial"/>
            </a:endParaRPr>
          </a:p>
        </p:txBody>
      </p:sp>
      <p:sp>
        <p:nvSpPr>
          <p:cNvPr id="4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Un’eccezione è un evento anomalo che interrompe il normale flusso del programma. Quando si verifica, Python genera un oggetto speciale che descrive l’errore. Se non viene intercettato, il programma termina mostrando un traceback.</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Esempio semplice: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x = 10 / 0</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Output:</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ZeroDivisionError: division by zero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Qui Python genera un’eccezione di tipo </a:t>
            </a:r>
            <a:r>
              <a:rPr b="0" lang="it-IT" sz="2400" strike="noStrike" u="none">
                <a:solidFill>
                  <a:schemeClr val="dk2"/>
                </a:solidFill>
                <a:effectLst/>
                <a:uFillTx/>
                <a:latin typeface="Liberation Mono;Courier New"/>
                <a:ea typeface="NSimSun"/>
              </a:rPr>
              <a:t>ZeroDivisionError</a:t>
            </a:r>
            <a:r>
              <a:rPr b="0" lang="it-IT" sz="2400" strike="noStrike" u="none">
                <a:solidFill>
                  <a:schemeClr val="dk2"/>
                </a:solidFill>
                <a:effectLst/>
                <a:uFillTx/>
                <a:latin typeface="Trebuchet MS"/>
              </a:rPr>
              <a:t>. Senza gestione, il programma si blocca.</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Struttura base try / except</a:t>
            </a:r>
            <a:endParaRPr b="0" lang="it-IT" sz="3600" strike="noStrike" u="none">
              <a:solidFill>
                <a:srgbClr val="000000"/>
              </a:solidFill>
              <a:effectLst/>
              <a:uFillTx/>
              <a:latin typeface="Arial"/>
            </a:endParaRPr>
          </a:p>
        </p:txBody>
      </p:sp>
      <p:sp>
        <p:nvSpPr>
          <p:cNvPr id="4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200" strike="noStrike" u="none">
                <a:solidFill>
                  <a:schemeClr val="dk2"/>
                </a:solidFill>
                <a:effectLst/>
                <a:uFillTx/>
                <a:latin typeface="Trebuchet MS"/>
              </a:rPr>
              <a:t> </a:t>
            </a:r>
            <a:endParaRPr b="0" lang="it-IT" sz="2200" strike="noStrike" u="none">
              <a:solidFill>
                <a:srgbClr val="000000"/>
              </a:solidFill>
              <a:effectLst/>
              <a:uFillTx/>
              <a:latin typeface="Arial"/>
            </a:endParaRPr>
          </a:p>
          <a:p>
            <a:pPr indent="0">
              <a:lnSpc>
                <a:spcPct val="115000"/>
              </a:lnSpc>
              <a:spcAft>
                <a:spcPts val="1236"/>
              </a:spcAft>
              <a:buNone/>
            </a:pPr>
            <a:r>
              <a:rPr b="0" lang="it-IT" sz="2200" strike="noStrike" u="none">
                <a:solidFill>
                  <a:schemeClr val="dk2"/>
                </a:solidFill>
                <a:effectLst/>
                <a:uFillTx/>
                <a:latin typeface="Trebuchet MS"/>
              </a:rPr>
              <a:t>La sintassi fondamentale è:</a:t>
            </a:r>
            <a:endParaRPr b="0" lang="it-IT" sz="2200" strike="noStrike" u="none">
              <a:solidFill>
                <a:srgbClr val="000000"/>
              </a:solidFill>
              <a:effectLst/>
              <a:uFillTx/>
              <a:latin typeface="Times New Roman"/>
            </a:endParaRPr>
          </a:p>
          <a:p>
            <a:pPr indent="0">
              <a:buNone/>
            </a:pPr>
            <a:r>
              <a:rPr b="0" lang="it-IT" sz="2200" strike="noStrike" u="none">
                <a:solidFill>
                  <a:schemeClr val="dk2"/>
                </a:solidFill>
                <a:effectLst/>
                <a:uFillTx/>
                <a:latin typeface="Trebuchet MS"/>
              </a:rPr>
              <a:t>try:</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    # codice potenzialmente rischioso</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except:</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    # codice eseguito in caso di errore</a:t>
            </a:r>
            <a:endParaRPr b="0" lang="it-IT" sz="2200" strike="noStrike" u="none">
              <a:solidFill>
                <a:srgbClr val="000000"/>
              </a:solidFill>
              <a:effectLst/>
              <a:uFillTx/>
              <a:latin typeface="Liberation Mono;Courier New"/>
            </a:endParaRPr>
          </a:p>
          <a:p>
            <a:pPr indent="0">
              <a:lnSpc>
                <a:spcPct val="115000"/>
              </a:lnSpc>
              <a:spcAft>
                <a:spcPts val="1236"/>
              </a:spcAft>
              <a:buNone/>
            </a:pPr>
            <a:r>
              <a:rPr b="0" lang="it-IT" sz="2200" strike="noStrike" u="none">
                <a:solidFill>
                  <a:schemeClr val="dk2"/>
                </a:solidFill>
                <a:effectLst/>
                <a:uFillTx/>
                <a:latin typeface="Trebuchet MS"/>
              </a:rPr>
              <a:t>Esempio:</a:t>
            </a:r>
            <a:endParaRPr b="0" lang="it-IT" sz="2200" strike="noStrike" u="none">
              <a:solidFill>
                <a:srgbClr val="000000"/>
              </a:solidFill>
              <a:effectLst/>
              <a:uFillTx/>
              <a:latin typeface="Times New Roman"/>
            </a:endParaRPr>
          </a:p>
          <a:p>
            <a:pPr indent="0">
              <a:buNone/>
            </a:pPr>
            <a:r>
              <a:rPr b="0" lang="it-IT" sz="2200" strike="noStrike" u="none">
                <a:solidFill>
                  <a:schemeClr val="dk2"/>
                </a:solidFill>
                <a:effectLst/>
                <a:uFillTx/>
                <a:latin typeface="Trebuchet MS"/>
              </a:rPr>
              <a:t>try:</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    x = 10 / 0</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except:</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    print("Si è verificato un errore")</a:t>
            </a:r>
            <a:endParaRPr b="0" lang="it-IT" sz="2200" strike="noStrike" u="none">
              <a:solidFill>
                <a:srgbClr val="000000"/>
              </a:solidFill>
              <a:effectLst/>
              <a:uFillTx/>
              <a:latin typeface="Liberation Mono;Courier New"/>
            </a:endParaRPr>
          </a:p>
          <a:p>
            <a:pPr indent="0">
              <a:lnSpc>
                <a:spcPct val="115000"/>
              </a:lnSpc>
              <a:spcAft>
                <a:spcPts val="1236"/>
              </a:spcAft>
              <a:buNone/>
            </a:pPr>
            <a:r>
              <a:rPr b="0" lang="it-IT" sz="2200" strike="noStrike" u="none">
                <a:solidFill>
                  <a:schemeClr val="dk2"/>
                </a:solidFill>
                <a:effectLst/>
                <a:uFillTx/>
                <a:latin typeface="Trebuchet MS"/>
              </a:rPr>
              <a:t>In questo caso il programma non si interrompe, ma esegue il blocco </a:t>
            </a:r>
            <a:r>
              <a:rPr b="0" lang="it-IT" sz="2200" strike="noStrike" u="none">
                <a:solidFill>
                  <a:schemeClr val="dk2"/>
                </a:solidFill>
                <a:effectLst/>
                <a:uFillTx/>
                <a:latin typeface="Liberation Mono;Courier New"/>
                <a:ea typeface="NSimSun"/>
              </a:rPr>
              <a:t>except</a:t>
            </a:r>
            <a:r>
              <a:rPr b="0" lang="it-IT" sz="2200" strike="noStrike" u="none">
                <a:solidFill>
                  <a:schemeClr val="dk2"/>
                </a:solidFill>
                <a:effectLst/>
                <a:uFillTx/>
                <a:latin typeface="Trebuchet MS"/>
              </a:rPr>
              <a:t>. Tuttavia, questa forma è troppo generica (vedremo perché è pericolosa).</a:t>
            </a:r>
            <a:endParaRPr b="0" lang="it-IT" sz="22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Perché evitare except generico</a:t>
            </a:r>
            <a:endParaRPr b="0" lang="it-IT" sz="3600" strike="noStrike" u="none">
              <a:solidFill>
                <a:srgbClr val="000000"/>
              </a:solidFill>
              <a:effectLst/>
              <a:uFillTx/>
              <a:latin typeface="Arial"/>
            </a:endParaRPr>
          </a:p>
        </p:txBody>
      </p:sp>
      <p:sp>
        <p:nvSpPr>
          <p:cNvPr id="4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Scrivere solo </a:t>
            </a:r>
            <a:r>
              <a:rPr b="0" lang="it-IT" sz="2400" strike="noStrike" u="none">
                <a:solidFill>
                  <a:schemeClr val="dk2"/>
                </a:solidFill>
                <a:effectLst/>
                <a:uFillTx/>
                <a:latin typeface="Liberation Mono;Courier New"/>
                <a:ea typeface="NSimSun"/>
              </a:rPr>
              <a:t>except:</a:t>
            </a:r>
            <a:r>
              <a:rPr b="0" lang="it-IT" sz="2400" strike="noStrike" u="none">
                <a:solidFill>
                  <a:schemeClr val="dk2"/>
                </a:solidFill>
                <a:effectLst/>
                <a:uFillTx/>
                <a:latin typeface="Trebuchet MS"/>
              </a:rPr>
              <a:t> intercetta </a:t>
            </a:r>
            <a:r>
              <a:rPr b="1" lang="it-IT" sz="2400" strike="noStrike" u="none">
                <a:solidFill>
                  <a:schemeClr val="dk2"/>
                </a:solidFill>
                <a:effectLst/>
                <a:uFillTx/>
                <a:latin typeface="Trebuchet MS"/>
              </a:rPr>
              <a:t>qualsiasi errore</a:t>
            </a:r>
            <a:r>
              <a:rPr b="0" lang="it-IT" sz="2400" strike="noStrike" u="none">
                <a:solidFill>
                  <a:schemeClr val="dk2"/>
                </a:solidFill>
                <a:effectLst/>
                <a:uFillTx/>
                <a:latin typeface="Trebuchet MS"/>
              </a:rPr>
              <a:t>, anche quelli critici come </a:t>
            </a:r>
            <a:r>
              <a:rPr b="0" lang="it-IT" sz="2400" strike="noStrike" u="none">
                <a:solidFill>
                  <a:schemeClr val="dk2"/>
                </a:solidFill>
                <a:effectLst/>
                <a:uFillTx/>
                <a:latin typeface="Liberation Mono;Courier New"/>
                <a:ea typeface="NSimSun"/>
              </a:rPr>
              <a:t>KeyboardInterrupt</a:t>
            </a:r>
            <a:r>
              <a:rPr b="0" lang="it-IT" sz="2400" strike="noStrike" u="none">
                <a:solidFill>
                  <a:schemeClr val="dk2"/>
                </a:solidFill>
                <a:effectLst/>
                <a:uFillTx/>
                <a:latin typeface="Trebuchet MS"/>
              </a:rPr>
              <a:t> (Ctrl+C). Questo può rendere il debugging difficile e nascondere problemi seri.</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Meglio specificare il tipo di eccezione: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10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ZeroDivisionError: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print("Non puoi dividere per zero")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In questo modo intercetti solo l’errore previsto e lasci passare eventuali altri problemi.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Eccezioni più comuni in Python</a:t>
            </a:r>
            <a:endParaRPr b="0" lang="it-IT" sz="3600" strike="noStrike" u="none">
              <a:solidFill>
                <a:srgbClr val="000000"/>
              </a:solidFill>
              <a:effectLst/>
              <a:uFillTx/>
              <a:latin typeface="Arial"/>
            </a:endParaRPr>
          </a:p>
        </p:txBody>
      </p:sp>
      <p:sp>
        <p:nvSpPr>
          <p:cNvPr id="4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r>
              <a:rPr b="0" lang="it-IT" sz="1800" strike="noStrike" u="none">
                <a:solidFill>
                  <a:schemeClr val="dk2"/>
                </a:solidFill>
                <a:effectLst/>
                <a:uFillTx/>
                <a:latin typeface="Trebuchet MS"/>
              </a:rPr>
              <a:t>Alcune delle eccezioni più frequenti:</a:t>
            </a:r>
            <a:endParaRPr b="0" lang="it-IT" sz="1800" strike="noStrike" u="none">
              <a:solidFill>
                <a:srgbClr val="000000"/>
              </a:solidFill>
              <a:effectLst/>
              <a:uFillTx/>
              <a:latin typeface="Arial"/>
            </a:endParaRPr>
          </a:p>
          <a:p>
            <a:pPr marL="450360" indent="-179640">
              <a:lnSpc>
                <a:spcPct val="115000"/>
              </a:lnSpc>
              <a:spcAft>
                <a:spcPts val="1236"/>
              </a:spcAft>
              <a:buNone/>
              <a:tabLst>
                <a:tab algn="l" pos="450360"/>
              </a:tabLst>
            </a:pPr>
            <a:r>
              <a:rPr b="0" lang="it-IT" sz="1800" strike="noStrike" u="none">
                <a:solidFill>
                  <a:schemeClr val="dk2"/>
                </a:solidFill>
                <a:effectLst/>
                <a:uFillTx/>
                <a:latin typeface="Trebuchet MS"/>
              </a:rPr>
              <a:t>ZeroDivisionError</a:t>
            </a:r>
            <a:endParaRPr b="0" lang="it-IT" sz="1800" strike="noStrike" u="none">
              <a:solidFill>
                <a:srgbClr val="000000"/>
              </a:solidFill>
              <a:effectLst/>
              <a:uFillTx/>
              <a:latin typeface="Liberation Mono;Courier New"/>
              <a:ea typeface="NSimSun"/>
            </a:endParaRPr>
          </a:p>
          <a:p>
            <a:pPr marL="450360" indent="-179640">
              <a:lnSpc>
                <a:spcPct val="115000"/>
              </a:lnSpc>
              <a:spcAft>
                <a:spcPts val="1236"/>
              </a:spcAft>
              <a:buNone/>
              <a:tabLst>
                <a:tab algn="l" pos="450360"/>
              </a:tabLst>
            </a:pPr>
            <a:r>
              <a:rPr b="0" lang="it-IT" sz="1800" strike="noStrike" u="none">
                <a:solidFill>
                  <a:schemeClr val="dk2"/>
                </a:solidFill>
                <a:effectLst/>
                <a:uFillTx/>
                <a:latin typeface="Trebuchet MS"/>
              </a:rPr>
              <a:t>ValueError</a:t>
            </a:r>
            <a:endParaRPr b="0" lang="it-IT" sz="1800" strike="noStrike" u="none">
              <a:solidFill>
                <a:srgbClr val="000000"/>
              </a:solidFill>
              <a:effectLst/>
              <a:uFillTx/>
              <a:latin typeface="Liberation Mono;Courier New"/>
              <a:ea typeface="NSimSun"/>
            </a:endParaRPr>
          </a:p>
          <a:p>
            <a:pPr marL="450360" indent="-179640">
              <a:lnSpc>
                <a:spcPct val="115000"/>
              </a:lnSpc>
              <a:spcAft>
                <a:spcPts val="1236"/>
              </a:spcAft>
              <a:buNone/>
              <a:tabLst>
                <a:tab algn="l" pos="450360"/>
              </a:tabLst>
            </a:pPr>
            <a:r>
              <a:rPr b="0" lang="it-IT" sz="1800" strike="noStrike" u="none">
                <a:solidFill>
                  <a:schemeClr val="dk2"/>
                </a:solidFill>
                <a:effectLst/>
                <a:uFillTx/>
                <a:latin typeface="Trebuchet MS"/>
              </a:rPr>
              <a:t>TypeError</a:t>
            </a:r>
            <a:endParaRPr b="0" lang="it-IT" sz="1800" strike="noStrike" u="none">
              <a:solidFill>
                <a:srgbClr val="000000"/>
              </a:solidFill>
              <a:effectLst/>
              <a:uFillTx/>
              <a:latin typeface="Liberation Mono;Courier New"/>
              <a:ea typeface="NSimSun"/>
            </a:endParaRPr>
          </a:p>
          <a:p>
            <a:pPr marL="450360" indent="-179640">
              <a:lnSpc>
                <a:spcPct val="115000"/>
              </a:lnSpc>
              <a:spcAft>
                <a:spcPts val="1236"/>
              </a:spcAft>
              <a:buNone/>
              <a:tabLst>
                <a:tab algn="l" pos="450360"/>
              </a:tabLst>
            </a:pPr>
            <a:r>
              <a:rPr b="0" lang="it-IT" sz="1800" strike="noStrike" u="none">
                <a:solidFill>
                  <a:schemeClr val="dk2"/>
                </a:solidFill>
                <a:effectLst/>
                <a:uFillTx/>
                <a:latin typeface="Trebuchet MS"/>
              </a:rPr>
              <a:t>FileNotFoundError</a:t>
            </a:r>
            <a:endParaRPr b="0" lang="it-IT" sz="1800" strike="noStrike" u="none">
              <a:solidFill>
                <a:srgbClr val="000000"/>
              </a:solidFill>
              <a:effectLst/>
              <a:uFillTx/>
              <a:latin typeface="Liberation Mono;Courier New"/>
              <a:ea typeface="NSimSun"/>
            </a:endParaRPr>
          </a:p>
          <a:p>
            <a:pPr marL="450360" indent="-179640">
              <a:lnSpc>
                <a:spcPct val="115000"/>
              </a:lnSpc>
              <a:spcAft>
                <a:spcPts val="1236"/>
              </a:spcAft>
              <a:buNone/>
              <a:tabLst>
                <a:tab algn="l" pos="450360"/>
              </a:tabLst>
            </a:pPr>
            <a:r>
              <a:rPr b="0" lang="it-IT" sz="1800" strike="noStrike" u="none">
                <a:solidFill>
                  <a:schemeClr val="dk2"/>
                </a:solidFill>
                <a:effectLst/>
                <a:uFillTx/>
                <a:latin typeface="Trebuchet MS"/>
              </a:rPr>
              <a:t>IndexError</a:t>
            </a:r>
            <a:endParaRPr b="0" lang="it-IT" sz="1800" strike="noStrike" u="none">
              <a:solidFill>
                <a:srgbClr val="000000"/>
              </a:solidFill>
              <a:effectLst/>
              <a:uFillTx/>
              <a:latin typeface="Liberation Mono;Courier New"/>
              <a:ea typeface="NSimSun"/>
            </a:endParaRPr>
          </a:p>
          <a:p>
            <a:pPr marL="450360" indent="-179640">
              <a:lnSpc>
                <a:spcPct val="115000"/>
              </a:lnSpc>
              <a:spcAft>
                <a:spcPts val="1236"/>
              </a:spcAft>
              <a:buNone/>
              <a:tabLst>
                <a:tab algn="l" pos="450360"/>
              </a:tabLst>
            </a:pPr>
            <a:r>
              <a:rPr b="0" lang="it-IT" sz="1800" strike="noStrike" u="none">
                <a:solidFill>
                  <a:schemeClr val="dk2"/>
                </a:solidFill>
                <a:effectLst/>
                <a:uFillTx/>
                <a:latin typeface="Trebuchet MS"/>
              </a:rPr>
              <a:t>KeyError</a:t>
            </a:r>
            <a:endParaRPr b="0" lang="it-IT" sz="1800" strike="noStrike" u="none">
              <a:solidFill>
                <a:srgbClr val="000000"/>
              </a:solidFill>
              <a:effectLst/>
              <a:uFillTx/>
              <a:latin typeface="Liberation Mono;Courier New"/>
              <a:ea typeface="NSimSun"/>
            </a:endParaRPr>
          </a:p>
          <a:p>
            <a:pPr indent="0">
              <a:lnSpc>
                <a:spcPct val="115000"/>
              </a:lnSpc>
              <a:spcAft>
                <a:spcPts val="1236"/>
              </a:spcAft>
              <a:buNone/>
            </a:pPr>
            <a:r>
              <a:rPr b="0" lang="it-IT" sz="1800" strike="noStrike" u="none">
                <a:solidFill>
                  <a:schemeClr val="dk2"/>
                </a:solidFill>
                <a:effectLst/>
                <a:uFillTx/>
                <a:latin typeface="Trebuchet MS"/>
              </a:rPr>
              <a:t>Esempio:</a:t>
            </a:r>
            <a:endParaRPr b="0" lang="it-IT" sz="1800" strike="noStrike" u="none">
              <a:solidFill>
                <a:srgbClr val="000000"/>
              </a:solidFill>
              <a:effectLst/>
              <a:uFillTx/>
              <a:latin typeface="Times New Roman"/>
            </a:endParaRPr>
          </a:p>
          <a:p>
            <a:pPr indent="0">
              <a:buNone/>
            </a:pPr>
            <a:r>
              <a:rPr b="0" lang="it-IT" sz="1800" strike="noStrike" u="none">
                <a:solidFill>
                  <a:schemeClr val="dk2"/>
                </a:solidFill>
                <a:effectLst/>
                <a:uFillTx/>
                <a:latin typeface="Trebuchet MS"/>
              </a:rPr>
              <a:t>try:</a:t>
            </a:r>
            <a:endParaRPr b="0" lang="it-IT" sz="1800" strike="noStrike" u="none">
              <a:solidFill>
                <a:srgbClr val="000000"/>
              </a:solidFill>
              <a:effectLst/>
              <a:uFillTx/>
              <a:latin typeface="Liberation Mono;Courier New"/>
            </a:endParaRPr>
          </a:p>
          <a:p>
            <a:pPr indent="0">
              <a:buNone/>
            </a:pPr>
            <a:r>
              <a:rPr b="0" lang="it-IT" sz="1800" strike="noStrike" u="none">
                <a:solidFill>
                  <a:schemeClr val="dk2"/>
                </a:solidFill>
                <a:effectLst/>
                <a:uFillTx/>
                <a:latin typeface="Trebuchet MS"/>
              </a:rPr>
              <a:t>    numero = int("ciao")</a:t>
            </a:r>
            <a:endParaRPr b="0" lang="it-IT" sz="1800" strike="noStrike" u="none">
              <a:solidFill>
                <a:srgbClr val="000000"/>
              </a:solidFill>
              <a:effectLst/>
              <a:uFillTx/>
              <a:latin typeface="Liberation Mono;Courier New"/>
            </a:endParaRPr>
          </a:p>
          <a:p>
            <a:pPr indent="0">
              <a:buNone/>
            </a:pPr>
            <a:r>
              <a:rPr b="0" lang="it-IT" sz="1800" strike="noStrike" u="none">
                <a:solidFill>
                  <a:schemeClr val="dk2"/>
                </a:solidFill>
                <a:effectLst/>
                <a:uFillTx/>
                <a:latin typeface="Trebuchet MS"/>
              </a:rPr>
              <a:t>except ValueError:</a:t>
            </a:r>
            <a:endParaRPr b="0" lang="it-IT" sz="1800" strike="noStrike" u="none">
              <a:solidFill>
                <a:srgbClr val="000000"/>
              </a:solidFill>
              <a:effectLst/>
              <a:uFillTx/>
              <a:latin typeface="Liberation Mono;Courier New"/>
            </a:endParaRPr>
          </a:p>
          <a:p>
            <a:pPr indent="0">
              <a:buNone/>
            </a:pPr>
            <a:r>
              <a:rPr b="0" lang="it-IT" sz="1800" strike="noStrike" u="none">
                <a:solidFill>
                  <a:schemeClr val="dk2"/>
                </a:solidFill>
                <a:effectLst/>
                <a:uFillTx/>
                <a:latin typeface="Trebuchet MS"/>
              </a:rPr>
              <a:t>    print("Conversione non valida")</a:t>
            </a:r>
            <a:endParaRPr b="0" lang="it-IT" sz="1800" strike="noStrike" u="none">
              <a:solidFill>
                <a:srgbClr val="000000"/>
              </a:solidFill>
              <a:effectLst/>
              <a:uFillTx/>
              <a:latin typeface="Liberation Mono;Courier New"/>
            </a:endParaRPr>
          </a:p>
          <a:p>
            <a:pPr indent="0">
              <a:lnSpc>
                <a:spcPct val="115000"/>
              </a:lnSpc>
              <a:spcAft>
                <a:spcPts val="1236"/>
              </a:spcAft>
              <a:buNone/>
            </a:pPr>
            <a:r>
              <a:rPr b="0" lang="it-IT" sz="1800" strike="noStrike" u="none">
                <a:solidFill>
                  <a:schemeClr val="dk2"/>
                </a:solidFill>
                <a:effectLst/>
                <a:uFillTx/>
                <a:latin typeface="Trebuchet MS"/>
              </a:rPr>
              <a:t>Conoscere i tipi di errore è fondamentale per scrivere codice robusto.</a:t>
            </a:r>
            <a:endParaRPr b="0" lang="it-IT" sz="18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Esempio pratico: input utente sicuro</a:t>
            </a:r>
            <a:endParaRPr b="0" lang="it-IT" sz="3600" strike="noStrike" u="none">
              <a:solidFill>
                <a:srgbClr val="000000"/>
              </a:solidFill>
              <a:effectLst/>
              <a:uFillTx/>
              <a:latin typeface="Arial"/>
            </a:endParaRPr>
          </a:p>
        </p:txBody>
      </p:sp>
      <p:sp>
        <p:nvSpPr>
          <p:cNvPr id="5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Scenario reale: chiedere un numero all’utente.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numero = int(input("Inserisci un numero: "))</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print("Hai inserito:", numero)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ValueError: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devi inserire un numero valido.")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Senza try/except il programma crasherebbe se l’utente inserisse testo.</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Questo è un esempio tipico di protezione dell’input.</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Gestire più tipi di eccezioni</a:t>
            </a:r>
            <a:endParaRPr b="0" lang="it-IT" sz="3600" strike="noStrike" u="none">
              <a:solidFill>
                <a:srgbClr val="000000"/>
              </a:solidFill>
              <a:effectLst/>
              <a:uFillTx/>
              <a:latin typeface="Arial"/>
            </a:endParaRPr>
          </a:p>
        </p:txBody>
      </p:sp>
      <p:sp>
        <p:nvSpPr>
          <p:cNvPr id="5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Puoi intercettare più errori separatamente: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int(input("Numero: "))</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y = 10 / x</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ValueError: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print("Input non valido")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ZeroDivisionError: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print("Non puoi dividere per zero")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Ogni tipo di errore ha una gestione diversa. Questo rende il codice chiaro e controllato.</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Intercettare più eccezioni insieme</a:t>
            </a:r>
            <a:endParaRPr b="0" lang="it-IT" sz="3600" strike="noStrike" u="none">
              <a:solidFill>
                <a:srgbClr val="000000"/>
              </a:solidFill>
              <a:effectLst/>
              <a:uFillTx/>
              <a:latin typeface="Arial"/>
            </a:endParaRPr>
          </a:p>
        </p:txBody>
      </p:sp>
      <p:sp>
        <p:nvSpPr>
          <p:cNvPr id="5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Se vuoi gestire più errori nello stesso modo:</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int(input("Numero: "))</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y = 10 / x</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(ValueError, ZeroDivisionError):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nei dati inseriti")</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è utile quando la risposta all’errore è identica.</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Accedere al messaggio dell’errore</a:t>
            </a:r>
            <a:endParaRPr b="0" lang="it-IT" sz="3600" strike="noStrike" u="none">
              <a:solidFill>
                <a:srgbClr val="000000"/>
              </a:solidFill>
              <a:effectLst/>
              <a:uFillTx/>
              <a:latin typeface="Arial"/>
            </a:endParaRPr>
          </a:p>
        </p:txBody>
      </p:sp>
      <p:sp>
        <p:nvSpPr>
          <p:cNvPr id="5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Puoi catturare l’oggetto errore: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10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ZeroDivisionError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Liberation Mono;Courier New"/>
                <a:ea typeface="NSimSun"/>
              </a:rPr>
              <a:t>e</a:t>
            </a:r>
            <a:r>
              <a:rPr b="0" lang="it-IT" sz="2400" strike="noStrike" u="none">
                <a:solidFill>
                  <a:schemeClr val="dk2"/>
                </a:solidFill>
                <a:effectLst/>
                <a:uFillTx/>
                <a:latin typeface="Trebuchet MS"/>
              </a:rPr>
              <a:t> contiene il messaggio dettagliato. Questo è utile per log e debugging.</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Il blocco else</a:t>
            </a:r>
            <a:endParaRPr b="0" lang="it-IT" sz="3600" strike="noStrike" u="none">
              <a:solidFill>
                <a:srgbClr val="000000"/>
              </a:solidFill>
              <a:effectLst/>
              <a:uFillTx/>
              <a:latin typeface="Arial"/>
            </a:endParaRPr>
          </a:p>
        </p:txBody>
      </p:sp>
      <p:sp>
        <p:nvSpPr>
          <p:cNvPr id="5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Liberation Mono;Courier New"/>
                <a:ea typeface="NSimSun"/>
              </a:rPr>
              <a:t>else</a:t>
            </a:r>
            <a:r>
              <a:rPr b="0" lang="it-IT" sz="2400" strike="noStrike" u="none">
                <a:solidFill>
                  <a:schemeClr val="dk2"/>
                </a:solidFill>
                <a:effectLst/>
                <a:uFillTx/>
                <a:latin typeface="Trebuchet MS"/>
              </a:rPr>
              <a:t> viene eseguito solo se non si verifica alcun errore.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int(input("Numero: "))</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ValueError: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input")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else: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print("Valore valido:", x)</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Serve a separare chiaramente il codice “ok” da quello di gestione errori.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Il blocco finally</a:t>
            </a:r>
            <a:endParaRPr b="0" lang="it-IT" sz="3600" strike="noStrike" u="none">
              <a:solidFill>
                <a:srgbClr val="000000"/>
              </a:solidFill>
              <a:effectLst/>
              <a:uFillTx/>
              <a:latin typeface="Arial"/>
            </a:endParaRPr>
          </a:p>
        </p:txBody>
      </p:sp>
      <p:sp>
        <p:nvSpPr>
          <p:cNvPr id="6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Liberation Mono;Courier New"/>
                <a:ea typeface="NSimSun"/>
              </a:rPr>
              <a:t>finally</a:t>
            </a:r>
            <a:r>
              <a:rPr b="0" lang="it-IT" sz="2400" strike="noStrike" u="none">
                <a:solidFill>
                  <a:schemeClr val="dk2"/>
                </a:solidFill>
                <a:effectLst/>
                <a:uFillTx/>
                <a:latin typeface="Trebuchet MS"/>
              </a:rPr>
              <a:t> viene eseguito sempre, anche in caso di errore.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10 / 2</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finally: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print("Operazione completata")</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È utile per chiudere file, connessioni o liberare risorse.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Try/Except con file</a:t>
            </a:r>
            <a:endParaRPr b="0" lang="it-IT" sz="3600" strike="noStrike" u="none">
              <a:solidFill>
                <a:srgbClr val="000000"/>
              </a:solidFill>
              <a:effectLst/>
              <a:uFillTx/>
              <a:latin typeface="Arial"/>
            </a:endParaRPr>
          </a:p>
        </p:txBody>
      </p:sp>
      <p:sp>
        <p:nvSpPr>
          <p:cNvPr id="6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with open("dati.txt", "r") as f:</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print(f.read())</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FileNotFoundError: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print("File non trovato")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evita crash in caso di file mancanti.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Try/Except con API HTTP</a:t>
            </a:r>
            <a:endParaRPr b="0" lang="it-IT" sz="3600" strike="noStrike" u="none">
              <a:solidFill>
                <a:srgbClr val="000000"/>
              </a:solidFill>
              <a:effectLst/>
              <a:uFillTx/>
              <a:latin typeface="Arial"/>
            </a:endParaRPr>
          </a:p>
        </p:txBody>
      </p:sp>
      <p:sp>
        <p:nvSpPr>
          <p:cNvPr id="6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Scenario realistico:</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import requests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response = requests.get("https://api.example.com")</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response.raise_for_status()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requests.exceptions.RequestException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API:", 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Qui intercetti timeout, 404, 500 ecc.</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ValueError vs TypeError</a:t>
            </a:r>
            <a:endParaRPr b="0" lang="it-IT" sz="3600" strike="noStrike" u="none">
              <a:solidFill>
                <a:srgbClr val="000000"/>
              </a:solidFill>
              <a:effectLst/>
              <a:uFillTx/>
              <a:latin typeface="Arial"/>
            </a:endParaRPr>
          </a:p>
        </p:txBody>
      </p:sp>
      <p:sp>
        <p:nvSpPr>
          <p:cNvPr id="6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int("10.5")</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ValueError: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print("Non è un intero valido")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Liberation Mono;Courier New"/>
                <a:ea typeface="NSimSun"/>
              </a:rPr>
              <a:t>ValueError</a:t>
            </a:r>
            <a:r>
              <a:rPr b="0" lang="it-IT" sz="2400" strike="noStrike" u="none">
                <a:solidFill>
                  <a:schemeClr val="dk2"/>
                </a:solidFill>
                <a:effectLst/>
                <a:uFillTx/>
                <a:latin typeface="Trebuchet MS"/>
              </a:rPr>
              <a:t> → valore sbagliato</a:t>
            </a:r>
            <a:br>
              <a:rPr sz="2400"/>
            </a:br>
            <a:r>
              <a:rPr b="0" lang="it-IT" sz="2400" strike="noStrike" u="none">
                <a:solidFill>
                  <a:schemeClr val="dk2"/>
                </a:solidFill>
                <a:effectLst/>
                <a:uFillTx/>
                <a:latin typeface="Liberation Mono;Courier New"/>
                <a:ea typeface="NSimSun"/>
              </a:rPr>
              <a:t>TypeError</a:t>
            </a:r>
            <a:r>
              <a:rPr b="0" lang="it-IT" sz="2400" strike="noStrike" u="none">
                <a:solidFill>
                  <a:schemeClr val="dk2"/>
                </a:solidFill>
                <a:effectLst/>
                <a:uFillTx/>
                <a:latin typeface="Trebuchet MS"/>
              </a:rPr>
              <a:t> → tipo sbagliato</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Capire la differenza è fondamentale.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IndexError</a:t>
            </a:r>
            <a:endParaRPr b="0" lang="it-IT" sz="3600" strike="noStrike" u="none">
              <a:solidFill>
                <a:srgbClr val="000000"/>
              </a:solidFill>
              <a:effectLst/>
              <a:uFillTx/>
              <a:latin typeface="Arial"/>
            </a:endParaRPr>
          </a:p>
        </p:txBody>
      </p:sp>
      <p:sp>
        <p:nvSpPr>
          <p:cNvPr id="6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lista = [1, 2, 3]</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print(lista[5])</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IndexError: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print("Indice fuori range")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Tipico errore con liste e cicli.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KeyError con dizionari</a:t>
            </a:r>
            <a:endParaRPr b="0" lang="it-IT" sz="3600" strike="noStrike" u="none">
              <a:solidFill>
                <a:srgbClr val="000000"/>
              </a:solidFill>
              <a:effectLst/>
              <a:uFillTx/>
              <a:latin typeface="Arial"/>
            </a:endParaRPr>
          </a:p>
        </p:txBody>
      </p:sp>
      <p:sp>
        <p:nvSpPr>
          <p:cNvPr id="7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d = {"nome": "Daniele"}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print(d["età"])</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KeyError: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print("Chiave non esistente")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Molto comune quando si lavora con JSON.</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Raise: generare manualmente un errore</a:t>
            </a:r>
            <a:endParaRPr b="0" lang="it-IT" sz="3600" strike="noStrike" u="none">
              <a:solidFill>
                <a:srgbClr val="000000"/>
              </a:solidFill>
              <a:effectLst/>
              <a:uFillTx/>
              <a:latin typeface="Arial"/>
            </a:endParaRPr>
          </a:p>
        </p:txBody>
      </p:sp>
      <p:sp>
        <p:nvSpPr>
          <p:cNvPr id="7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Puoi creare tu un’eccezione: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def dividi(a, b):</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b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ValueError("b non può essere zero")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a / b</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Serve per validare parametri.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Creare eccezioni personalizzate</a:t>
            </a:r>
            <a:endParaRPr b="0" lang="it-IT" sz="3600" strike="noStrike" u="none">
              <a:solidFill>
                <a:srgbClr val="000000"/>
              </a:solidFill>
              <a:effectLst/>
              <a:uFillTx/>
              <a:latin typeface="Arial"/>
            </a:endParaRPr>
          </a:p>
        </p:txBody>
      </p:sp>
      <p:sp>
        <p:nvSpPr>
          <p:cNvPr id="7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class PrezzoNegativoError(Exception):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pass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def set_prezzo(p):</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p &lt;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PrezzoNegativoError("Prezzo non valido")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rende il codice semantico e professionale.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Traceback: cosa significa davvero</a:t>
            </a:r>
            <a:endParaRPr b="0" lang="it-IT" sz="3600" strike="noStrike" u="none">
              <a:solidFill>
                <a:srgbClr val="000000"/>
              </a:solidFill>
              <a:effectLst/>
              <a:uFillTx/>
              <a:latin typeface="Arial"/>
            </a:endParaRPr>
          </a:p>
        </p:txBody>
      </p:sp>
      <p:sp>
        <p:nvSpPr>
          <p:cNvPr id="7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Quando un errore non è gestito, Python mostra il traceback, che indica:</a:t>
            </a:r>
            <a:endParaRPr b="0" lang="it-IT" sz="2400" strike="noStrike" u="none">
              <a:solidFill>
                <a:srgbClr val="000000"/>
              </a:solidFill>
              <a:effectLst/>
              <a:uFillTx/>
              <a:latin typeface="Times New Roman"/>
            </a:endParaRPr>
          </a:p>
          <a:p>
            <a:pPr marL="450360" indent="-179640">
              <a:lnSpc>
                <a:spcPct val="115000"/>
              </a:lnSpc>
              <a:spcAft>
                <a:spcPts val="1236"/>
              </a:spcAft>
              <a:buNone/>
              <a:tabLst>
                <a:tab algn="l" pos="450360"/>
              </a:tabLst>
            </a:pPr>
            <a:r>
              <a:rPr b="0" lang="it-IT" sz="2400" strike="noStrike" u="none">
                <a:solidFill>
                  <a:schemeClr val="dk2"/>
                </a:solidFill>
                <a:effectLst/>
                <a:uFillTx/>
                <a:latin typeface="Trebuchet MS"/>
              </a:rPr>
              <a:t>File</a:t>
            </a:r>
            <a:endParaRPr b="0" lang="it-IT" sz="2400" strike="noStrike" u="none">
              <a:solidFill>
                <a:srgbClr val="000000"/>
              </a:solidFill>
              <a:effectLst/>
              <a:uFillTx/>
              <a:latin typeface="Times New Roman"/>
            </a:endParaRPr>
          </a:p>
          <a:p>
            <a:pPr marL="450360" indent="-179640">
              <a:lnSpc>
                <a:spcPct val="115000"/>
              </a:lnSpc>
              <a:spcAft>
                <a:spcPts val="1236"/>
              </a:spcAft>
              <a:buNone/>
              <a:tabLst>
                <a:tab algn="l" pos="450360"/>
              </a:tabLst>
            </a:pPr>
            <a:r>
              <a:rPr b="0" lang="it-IT" sz="2400" strike="noStrike" u="none">
                <a:solidFill>
                  <a:schemeClr val="dk2"/>
                </a:solidFill>
                <a:effectLst/>
                <a:uFillTx/>
                <a:latin typeface="Trebuchet MS"/>
              </a:rPr>
              <a:t>Riga</a:t>
            </a:r>
            <a:endParaRPr b="0" lang="it-IT" sz="2400" strike="noStrike" u="none">
              <a:solidFill>
                <a:srgbClr val="000000"/>
              </a:solidFill>
              <a:effectLst/>
              <a:uFillTx/>
              <a:latin typeface="Times New Roman"/>
            </a:endParaRPr>
          </a:p>
          <a:p>
            <a:pPr marL="450360" indent="-179640">
              <a:lnSpc>
                <a:spcPct val="115000"/>
              </a:lnSpc>
              <a:spcAft>
                <a:spcPts val="1236"/>
              </a:spcAft>
              <a:buNone/>
              <a:tabLst>
                <a:tab algn="l" pos="450360"/>
              </a:tabLst>
            </a:pPr>
            <a:r>
              <a:rPr b="0" lang="it-IT" sz="2400" strike="noStrike" u="none">
                <a:solidFill>
                  <a:schemeClr val="dk2"/>
                </a:solidFill>
                <a:effectLst/>
                <a:uFillTx/>
                <a:latin typeface="Trebuchet MS"/>
              </a:rPr>
              <a:t>Tipo errore</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È una mappa per capire dove intervenire.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Non abusare dei try</a:t>
            </a:r>
            <a:endParaRPr b="0" lang="it-IT" sz="3600" strike="noStrike" u="none">
              <a:solidFill>
                <a:srgbClr val="000000"/>
              </a:solidFill>
              <a:effectLst/>
              <a:uFillTx/>
              <a:latin typeface="Arial"/>
            </a:endParaRPr>
          </a:p>
        </p:txBody>
      </p:sp>
      <p:sp>
        <p:nvSpPr>
          <p:cNvPr id="7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Errore comune: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 100 righe di codice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pass</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nasconde errori gravi.</a:t>
            </a:r>
            <a:br>
              <a:rPr sz="2400"/>
            </a:br>
            <a:r>
              <a:rPr b="0" lang="it-IT" sz="2400" strike="noStrike" u="none">
                <a:solidFill>
                  <a:schemeClr val="dk2"/>
                </a:solidFill>
                <a:effectLst/>
                <a:uFillTx/>
                <a:latin typeface="Trebuchet MS"/>
              </a:rPr>
              <a:t>Mai usare </a:t>
            </a:r>
            <a:r>
              <a:rPr b="0" lang="it-IT" sz="2400" strike="noStrike" u="none">
                <a:solidFill>
                  <a:schemeClr val="dk2"/>
                </a:solidFill>
                <a:effectLst/>
                <a:uFillTx/>
                <a:latin typeface="Liberation Mono;Courier New"/>
                <a:ea typeface="NSimSun"/>
              </a:rPr>
              <a:t>pass</a:t>
            </a:r>
            <a:r>
              <a:rPr b="0" lang="it-IT" sz="2400" strike="noStrike" u="none">
                <a:solidFill>
                  <a:schemeClr val="dk2"/>
                </a:solidFill>
                <a:effectLst/>
                <a:uFillTx/>
                <a:latin typeface="Trebuchet MS"/>
              </a:rPr>
              <a:t> in modo superficiale.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Pattern Retry (tentativo multiplo)</a:t>
            </a:r>
            <a:endParaRPr b="0" lang="it-IT" sz="3600" strike="noStrike" u="none">
              <a:solidFill>
                <a:srgbClr val="000000"/>
              </a:solidFill>
              <a:effectLst/>
              <a:uFillTx/>
              <a:latin typeface="Arial"/>
            </a:endParaRPr>
          </a:p>
        </p:txBody>
      </p:sp>
      <p:sp>
        <p:nvSpPr>
          <p:cNvPr id="8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for i in range(3):</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10 / int(input("Numero: "))</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break</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print("Riprova")</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Utile in sistemi robusti.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Gestione errori in loop</a:t>
            </a:r>
            <a:endParaRPr b="0" lang="it-IT" sz="3600" strike="noStrike" u="none">
              <a:solidFill>
                <a:srgbClr val="000000"/>
              </a:solidFill>
              <a:effectLst/>
              <a:uFillTx/>
              <a:latin typeface="Arial"/>
            </a:endParaRPr>
          </a:p>
        </p:txBody>
      </p:sp>
      <p:sp>
        <p:nvSpPr>
          <p:cNvPr id="8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Proteggere singola iterazione: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for val in ["10", "a", "5"]:</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print(int(val))</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 ValueError: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print("Valore non valido:", val)</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Il loop continua.</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Logging degli errori</a:t>
            </a:r>
            <a:endParaRPr b="0" lang="it-IT" sz="3600" strike="noStrike" u="none">
              <a:solidFill>
                <a:srgbClr val="000000"/>
              </a:solidFill>
              <a:effectLst/>
              <a:uFillTx/>
              <a:latin typeface="Arial"/>
            </a:endParaRPr>
          </a:p>
        </p:txBody>
      </p:sp>
      <p:sp>
        <p:nvSpPr>
          <p:cNvPr id="8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import logging</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10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ZeroDivisionError: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logging.error("Divisione per zero")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Meglio del semplice print.</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Eccezioni annidate</a:t>
            </a:r>
            <a:endParaRPr b="0" lang="it-IT" sz="3600" strike="noStrike" u="none">
              <a:solidFill>
                <a:srgbClr val="000000"/>
              </a:solidFill>
              <a:effectLst/>
              <a:uFillTx/>
              <a:latin typeface="Arial"/>
            </a:endParaRPr>
          </a:p>
        </p:txBody>
      </p:sp>
      <p:sp>
        <p:nvSpPr>
          <p:cNvPr id="8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10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 ZeroDivisionError: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interno")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propagato")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Mostra il concetto di propagazione.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finally per chiudere connessioni</a:t>
            </a:r>
            <a:endParaRPr b="0" lang="it-IT" sz="3600" strike="noStrike" u="none">
              <a:solidFill>
                <a:srgbClr val="000000"/>
              </a:solidFill>
              <a:effectLst/>
              <a:uFillTx/>
              <a:latin typeface="Arial"/>
            </a:endParaRPr>
          </a:p>
        </p:txBody>
      </p:sp>
      <p:sp>
        <p:nvSpPr>
          <p:cNvPr id="8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conn = None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conn = open("dati.txt")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print(conn.read())</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finally: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conn: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conn.close()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Garantisce rilascio risorse.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200" strike="noStrike" u="none">
                <a:solidFill>
                  <a:schemeClr val="dk2"/>
                </a:solidFill>
                <a:effectLst/>
                <a:uFillTx/>
                <a:latin typeface="Trebuchet MS"/>
                <a:ea typeface="NSimSun"/>
              </a:rPr>
              <a:t> Propagazione delle eccezioni (Exception Propagation)</a:t>
            </a:r>
            <a:endParaRPr b="0" lang="it-IT" sz="3200" strike="noStrike" u="none">
              <a:solidFill>
                <a:srgbClr val="000000"/>
              </a:solidFill>
              <a:effectLst/>
              <a:uFillTx/>
              <a:latin typeface="Arial"/>
            </a:endParaRPr>
          </a:p>
        </p:txBody>
      </p:sp>
      <p:sp>
        <p:nvSpPr>
          <p:cNvPr id="9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200" strike="noStrike" u="none">
                <a:solidFill>
                  <a:schemeClr val="dk2"/>
                </a:solidFill>
                <a:effectLst/>
                <a:uFillTx/>
                <a:latin typeface="Trebuchet MS"/>
              </a:rPr>
              <a:t>Quando un errore avviene dentro una funzione e non viene intercettato, Python lo “propaga” verso l’alto nello stack delle chiamate. Questo significa che l’errore sale fino a quando non trova un </a:t>
            </a:r>
            <a:r>
              <a:rPr b="0" lang="it-IT" sz="2200" strike="noStrike" u="none">
                <a:solidFill>
                  <a:schemeClr val="dk2"/>
                </a:solidFill>
                <a:effectLst/>
                <a:uFillTx/>
                <a:latin typeface="Liberation Mono;Courier New"/>
                <a:ea typeface="NSimSun"/>
              </a:rPr>
              <a:t>try/except</a:t>
            </a:r>
            <a:r>
              <a:rPr b="0" lang="it-IT" sz="2200" strike="noStrike" u="none">
                <a:solidFill>
                  <a:schemeClr val="dk2"/>
                </a:solidFill>
                <a:effectLst/>
                <a:uFillTx/>
                <a:latin typeface="Trebuchet MS"/>
              </a:rPr>
              <a:t> oppure fa crashare il programma.</a:t>
            </a:r>
            <a:endParaRPr b="0" lang="it-IT" sz="2200" strike="noStrike" u="none">
              <a:solidFill>
                <a:srgbClr val="000000"/>
              </a:solidFill>
              <a:effectLst/>
              <a:uFillTx/>
              <a:latin typeface="Times New Roman"/>
            </a:endParaRPr>
          </a:p>
          <a:p>
            <a:pPr indent="0">
              <a:lnSpc>
                <a:spcPct val="115000"/>
              </a:lnSpc>
              <a:spcAft>
                <a:spcPts val="1236"/>
              </a:spcAft>
              <a:buNone/>
            </a:pPr>
            <a:r>
              <a:rPr b="0" lang="it-IT" sz="2200" strike="noStrike" u="none">
                <a:solidFill>
                  <a:schemeClr val="dk2"/>
                </a:solidFill>
                <a:effectLst/>
                <a:uFillTx/>
                <a:latin typeface="Trebuchet MS"/>
              </a:rPr>
              <a:t>Esempio:</a:t>
            </a:r>
            <a:endParaRPr b="0" lang="it-IT" sz="2200" strike="noStrike" u="none">
              <a:solidFill>
                <a:srgbClr val="000000"/>
              </a:solidFill>
              <a:effectLst/>
              <a:uFillTx/>
              <a:latin typeface="Times New Roman"/>
            </a:endParaRPr>
          </a:p>
          <a:p>
            <a:pPr indent="0">
              <a:buNone/>
            </a:pPr>
            <a:r>
              <a:rPr b="0" lang="it-IT" sz="2200" strike="noStrike" u="none">
                <a:solidFill>
                  <a:schemeClr val="dk2"/>
                </a:solidFill>
                <a:effectLst/>
                <a:uFillTx/>
                <a:latin typeface="Trebuchet MS"/>
              </a:rPr>
              <a:t>def dividi(a, b):</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    return a / b</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def calcola():</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    return dividi(10, 0)</a:t>
            </a:r>
            <a:endParaRPr b="0" lang="it-IT" sz="2200" strike="noStrike" u="none">
              <a:solidFill>
                <a:srgbClr val="000000"/>
              </a:solidFill>
              <a:effectLst/>
              <a:uFillTx/>
              <a:latin typeface="Liberation Mono;Courier New"/>
            </a:endParaRPr>
          </a:p>
          <a:p>
            <a:pPr indent="0">
              <a:buNone/>
            </a:pPr>
            <a:r>
              <a:rPr b="0" lang="it-IT" sz="2200" strike="noStrike" u="none">
                <a:solidFill>
                  <a:schemeClr val="dk2"/>
                </a:solidFill>
                <a:effectLst/>
                <a:uFillTx/>
                <a:latin typeface="Trebuchet MS"/>
              </a:rPr>
              <a:t>print(calcola())</a:t>
            </a:r>
            <a:endParaRPr b="0" lang="it-IT" sz="2200" strike="noStrike" u="none">
              <a:solidFill>
                <a:srgbClr val="000000"/>
              </a:solidFill>
              <a:effectLst/>
              <a:uFillTx/>
              <a:latin typeface="Liberation Mono;Courier New"/>
            </a:endParaRPr>
          </a:p>
          <a:p>
            <a:pPr indent="0">
              <a:lnSpc>
                <a:spcPct val="115000"/>
              </a:lnSpc>
              <a:spcAft>
                <a:spcPts val="1236"/>
              </a:spcAft>
              <a:buNone/>
            </a:pPr>
            <a:r>
              <a:rPr b="0" lang="it-IT" sz="2200" strike="noStrike" u="none">
                <a:solidFill>
                  <a:schemeClr val="dk2"/>
                </a:solidFill>
                <a:effectLst/>
                <a:uFillTx/>
                <a:latin typeface="Trebuchet MS"/>
              </a:rPr>
              <a:t>Qui l’errore nasce in </a:t>
            </a:r>
            <a:r>
              <a:rPr b="0" lang="it-IT" sz="2200" strike="noStrike" u="none">
                <a:solidFill>
                  <a:schemeClr val="dk2"/>
                </a:solidFill>
                <a:effectLst/>
                <a:uFillTx/>
                <a:latin typeface="Liberation Mono;Courier New"/>
                <a:ea typeface="NSimSun"/>
              </a:rPr>
              <a:t>dividi</a:t>
            </a:r>
            <a:r>
              <a:rPr b="0" lang="it-IT" sz="2200" strike="noStrike" u="none">
                <a:solidFill>
                  <a:schemeClr val="dk2"/>
                </a:solidFill>
                <a:effectLst/>
                <a:uFillTx/>
                <a:latin typeface="Trebuchet MS"/>
              </a:rPr>
              <a:t>, ma viene mostrato nel punto in cui viene chiamata </a:t>
            </a:r>
            <a:r>
              <a:rPr b="0" lang="it-IT" sz="2200" strike="noStrike" u="none">
                <a:solidFill>
                  <a:schemeClr val="dk2"/>
                </a:solidFill>
                <a:effectLst/>
                <a:uFillTx/>
                <a:latin typeface="Liberation Mono;Courier New"/>
                <a:ea typeface="NSimSun"/>
              </a:rPr>
              <a:t>calcola()</a:t>
            </a:r>
            <a:r>
              <a:rPr b="0" lang="it-IT" sz="2200" strike="noStrike" u="none">
                <a:solidFill>
                  <a:schemeClr val="dk2"/>
                </a:solidFill>
                <a:effectLst/>
                <a:uFillTx/>
                <a:latin typeface="Trebuchet MS"/>
              </a:rPr>
              <a:t>.</a:t>
            </a:r>
            <a:br>
              <a:rPr sz="2200"/>
            </a:br>
            <a:r>
              <a:rPr b="0" lang="it-IT" sz="2200" strike="noStrike" u="none">
                <a:solidFill>
                  <a:schemeClr val="dk2"/>
                </a:solidFill>
                <a:effectLst/>
                <a:uFillTx/>
                <a:latin typeface="Trebuchet MS"/>
              </a:rPr>
              <a:t>Comprendere la propagazione è fondamentale per decidere </a:t>
            </a:r>
            <a:r>
              <a:rPr b="1" lang="it-IT" sz="2200" strike="noStrike" u="none">
                <a:solidFill>
                  <a:schemeClr val="dk2"/>
                </a:solidFill>
                <a:effectLst/>
                <a:uFillTx/>
                <a:latin typeface="Trebuchet MS"/>
              </a:rPr>
              <a:t>dove</a:t>
            </a:r>
            <a:r>
              <a:rPr b="0" lang="it-IT" sz="2200" strike="noStrike" u="none">
                <a:solidFill>
                  <a:schemeClr val="dk2"/>
                </a:solidFill>
                <a:effectLst/>
                <a:uFillTx/>
                <a:latin typeface="Trebuchet MS"/>
              </a:rPr>
              <a:t> intercettare un errore: nel punto più basso (funzione interna) o più alto (livello applicazione).</a:t>
            </a:r>
            <a:endParaRPr b="0" lang="it-IT" sz="22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Intercettare l’errore al livello corretto</a:t>
            </a:r>
            <a:endParaRPr b="0" lang="it-IT" sz="3600" strike="noStrike" u="none">
              <a:solidFill>
                <a:srgbClr val="000000"/>
              </a:solidFill>
              <a:effectLst/>
              <a:uFillTx/>
              <a:latin typeface="Arial"/>
            </a:endParaRPr>
          </a:p>
        </p:txBody>
      </p:sp>
      <p:sp>
        <p:nvSpPr>
          <p:cNvPr id="9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000" strike="noStrike" u="none">
                <a:solidFill>
                  <a:schemeClr val="dk2"/>
                </a:solidFill>
                <a:effectLst/>
                <a:uFillTx/>
                <a:latin typeface="Trebuchet MS"/>
              </a:rPr>
              <a:t>Best practice: intercetta l’errore nel punto in cui puoi gestirlo in modo significativo.</a:t>
            </a:r>
            <a:endParaRPr b="0" lang="it-IT" sz="2000" strike="noStrike" u="none">
              <a:solidFill>
                <a:srgbClr val="000000"/>
              </a:solidFill>
              <a:effectLst/>
              <a:uFillTx/>
              <a:latin typeface="Times New Roman"/>
            </a:endParaRPr>
          </a:p>
          <a:p>
            <a:pPr indent="0">
              <a:lnSpc>
                <a:spcPct val="115000"/>
              </a:lnSpc>
              <a:spcAft>
                <a:spcPts val="1236"/>
              </a:spcAft>
              <a:buNone/>
            </a:pPr>
            <a:r>
              <a:rPr b="0" lang="it-IT" sz="2000" strike="noStrike" u="none">
                <a:solidFill>
                  <a:schemeClr val="dk2"/>
                </a:solidFill>
                <a:effectLst/>
                <a:uFillTx/>
                <a:latin typeface="Trebuchet MS"/>
              </a:rPr>
              <a:t>Esempio corretto:</a:t>
            </a:r>
            <a:endParaRPr b="0" lang="it-IT" sz="2000" strike="noStrike" u="none">
              <a:solidFill>
                <a:srgbClr val="000000"/>
              </a:solidFill>
              <a:effectLst/>
              <a:uFillTx/>
              <a:latin typeface="Times New Roman"/>
            </a:endParaRPr>
          </a:p>
          <a:p>
            <a:pPr indent="0">
              <a:buNone/>
            </a:pPr>
            <a:r>
              <a:rPr b="0" lang="it-IT" sz="2000" strike="noStrike" u="none">
                <a:solidFill>
                  <a:schemeClr val="dk2"/>
                </a:solidFill>
                <a:effectLst/>
                <a:uFillTx/>
                <a:latin typeface="Trebuchet MS"/>
              </a:rPr>
              <a:t>def dividi(a, b):</a:t>
            </a:r>
            <a:endParaRPr b="0" lang="it-IT" sz="2000" strike="noStrike" u="none">
              <a:solidFill>
                <a:srgbClr val="000000"/>
              </a:solidFill>
              <a:effectLst/>
              <a:uFillTx/>
              <a:latin typeface="Liberation Mono;Courier New"/>
            </a:endParaRPr>
          </a:p>
          <a:p>
            <a:pPr indent="0">
              <a:buNone/>
            </a:pPr>
            <a:r>
              <a:rPr b="0" lang="it-IT" sz="2000" strike="noStrike" u="none">
                <a:solidFill>
                  <a:schemeClr val="dk2"/>
                </a:solidFill>
                <a:effectLst/>
                <a:uFillTx/>
                <a:latin typeface="Trebuchet MS"/>
              </a:rPr>
              <a:t>    if b == 0:</a:t>
            </a:r>
            <a:endParaRPr b="0" lang="it-IT" sz="2000" strike="noStrike" u="none">
              <a:solidFill>
                <a:srgbClr val="000000"/>
              </a:solidFill>
              <a:effectLst/>
              <a:uFillTx/>
              <a:latin typeface="Liberation Mono;Courier New"/>
            </a:endParaRPr>
          </a:p>
          <a:p>
            <a:pPr indent="0">
              <a:buNone/>
            </a:pPr>
            <a:r>
              <a:rPr b="0" lang="it-IT" sz="2000" strike="noStrike" u="none">
                <a:solidFill>
                  <a:schemeClr val="dk2"/>
                </a:solidFill>
                <a:effectLst/>
                <a:uFillTx/>
                <a:latin typeface="Trebuchet MS"/>
              </a:rPr>
              <a:t>        raise ValueError("Divisione per zero non consentita")</a:t>
            </a:r>
            <a:endParaRPr b="0" lang="it-IT" sz="2000" strike="noStrike" u="none">
              <a:solidFill>
                <a:srgbClr val="000000"/>
              </a:solidFill>
              <a:effectLst/>
              <a:uFillTx/>
              <a:latin typeface="Liberation Mono;Courier New"/>
            </a:endParaRPr>
          </a:p>
          <a:p>
            <a:pPr indent="0">
              <a:buNone/>
            </a:pPr>
            <a:r>
              <a:rPr b="0" lang="it-IT" sz="2000" strike="noStrike" u="none">
                <a:solidFill>
                  <a:schemeClr val="dk2"/>
                </a:solidFill>
                <a:effectLst/>
                <a:uFillTx/>
                <a:latin typeface="Trebuchet MS"/>
              </a:rPr>
              <a:t>    return a / b</a:t>
            </a:r>
            <a:endParaRPr b="0" lang="it-IT" sz="2000" strike="noStrike" u="none">
              <a:solidFill>
                <a:srgbClr val="000000"/>
              </a:solidFill>
              <a:effectLst/>
              <a:uFillTx/>
              <a:latin typeface="Liberation Mono;Courier New"/>
            </a:endParaRPr>
          </a:p>
          <a:p>
            <a:pPr indent="0">
              <a:buNone/>
            </a:pPr>
            <a:r>
              <a:rPr b="0" lang="it-IT" sz="2000" strike="noStrike" u="none">
                <a:solidFill>
                  <a:schemeClr val="dk2"/>
                </a:solidFill>
                <a:effectLst/>
                <a:uFillTx/>
                <a:latin typeface="Trebuchet MS"/>
              </a:rPr>
              <a:t>try:</a:t>
            </a:r>
            <a:endParaRPr b="0" lang="it-IT" sz="2000" strike="noStrike" u="none">
              <a:solidFill>
                <a:srgbClr val="000000"/>
              </a:solidFill>
              <a:effectLst/>
              <a:uFillTx/>
              <a:latin typeface="Liberation Mono;Courier New"/>
            </a:endParaRPr>
          </a:p>
          <a:p>
            <a:pPr indent="0">
              <a:buNone/>
            </a:pPr>
            <a:r>
              <a:rPr b="0" lang="it-IT" sz="2000" strike="noStrike" u="none">
                <a:solidFill>
                  <a:schemeClr val="dk2"/>
                </a:solidFill>
                <a:effectLst/>
                <a:uFillTx/>
                <a:latin typeface="Trebuchet MS"/>
              </a:rPr>
              <a:t>    risultato = dividi(10, 0)</a:t>
            </a:r>
            <a:endParaRPr b="0" lang="it-IT" sz="2000" strike="noStrike" u="none">
              <a:solidFill>
                <a:srgbClr val="000000"/>
              </a:solidFill>
              <a:effectLst/>
              <a:uFillTx/>
              <a:latin typeface="Liberation Mono;Courier New"/>
            </a:endParaRPr>
          </a:p>
          <a:p>
            <a:pPr indent="0">
              <a:buNone/>
            </a:pPr>
            <a:r>
              <a:rPr b="0" lang="it-IT" sz="2000" strike="noStrike" u="none">
                <a:solidFill>
                  <a:schemeClr val="dk2"/>
                </a:solidFill>
                <a:effectLst/>
                <a:uFillTx/>
                <a:latin typeface="Trebuchet MS"/>
              </a:rPr>
              <a:t>except ValueError as e:</a:t>
            </a:r>
            <a:endParaRPr b="0" lang="it-IT" sz="2000" strike="noStrike" u="none">
              <a:solidFill>
                <a:srgbClr val="000000"/>
              </a:solidFill>
              <a:effectLst/>
              <a:uFillTx/>
              <a:latin typeface="Liberation Mono;Courier New"/>
            </a:endParaRPr>
          </a:p>
          <a:p>
            <a:pPr indent="0">
              <a:buNone/>
            </a:pPr>
            <a:r>
              <a:rPr b="0" lang="it-IT" sz="2000" strike="noStrike" u="none">
                <a:solidFill>
                  <a:schemeClr val="dk2"/>
                </a:solidFill>
                <a:effectLst/>
                <a:uFillTx/>
                <a:latin typeface="Trebuchet MS"/>
              </a:rPr>
              <a:t>    print("Errore di calcolo:", e)</a:t>
            </a:r>
            <a:endParaRPr b="0" lang="it-IT" sz="2000" strike="noStrike" u="none">
              <a:solidFill>
                <a:srgbClr val="000000"/>
              </a:solidFill>
              <a:effectLst/>
              <a:uFillTx/>
              <a:latin typeface="Liberation Mono;Courier New"/>
            </a:endParaRPr>
          </a:p>
          <a:p>
            <a:pPr indent="0">
              <a:lnSpc>
                <a:spcPct val="115000"/>
              </a:lnSpc>
              <a:spcAft>
                <a:spcPts val="1236"/>
              </a:spcAft>
              <a:buNone/>
            </a:pPr>
            <a:r>
              <a:rPr b="0" lang="it-IT" sz="2000" strike="noStrike" u="none">
                <a:solidFill>
                  <a:schemeClr val="dk2"/>
                </a:solidFill>
                <a:effectLst/>
                <a:uFillTx/>
                <a:latin typeface="Trebuchet MS"/>
              </a:rPr>
              <a:t>La funzione segnala il problema, ma la logica di gestione è delegata al livello superiore.</a:t>
            </a:r>
            <a:br>
              <a:rPr sz="2000"/>
            </a:br>
            <a:r>
              <a:rPr b="0" lang="it-IT" sz="2000" strike="noStrike" u="none">
                <a:solidFill>
                  <a:schemeClr val="dk2"/>
                </a:solidFill>
                <a:effectLst/>
                <a:uFillTx/>
                <a:latin typeface="Trebuchet MS"/>
              </a:rPr>
              <a:t>Questo separa responsabilità: la funzione calcola, il chiamante gestisce.</a:t>
            </a:r>
            <a:endParaRPr b="0" lang="it-IT" sz="20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Re-raising: rilanciare un’eccezione</a:t>
            </a:r>
            <a:endParaRPr b="0" lang="it-IT" sz="3600" strike="noStrike" u="none">
              <a:solidFill>
                <a:srgbClr val="000000"/>
              </a:solidFill>
              <a:effectLst/>
              <a:uFillTx/>
              <a:latin typeface="Arial"/>
            </a:endParaRPr>
          </a:p>
        </p:txBody>
      </p:sp>
      <p:sp>
        <p:nvSpPr>
          <p:cNvPr id="9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A volte vuoi loggare un errore ma farlo comunque propagare. Puoi usare </a:t>
            </a:r>
            <a:r>
              <a:rPr b="0" lang="it-IT" sz="2400" strike="noStrike" u="none">
                <a:solidFill>
                  <a:schemeClr val="dk2"/>
                </a:solidFill>
                <a:effectLst/>
                <a:uFillTx/>
                <a:latin typeface="Liberation Mono;Courier New"/>
                <a:ea typeface="NSimSun"/>
              </a:rPr>
              <a:t>raise</a:t>
            </a:r>
            <a:r>
              <a:rPr b="0" lang="it-IT" sz="2400" strike="noStrike" u="none">
                <a:solidFill>
                  <a:schemeClr val="dk2"/>
                </a:solidFill>
                <a:effectLst/>
                <a:uFillTx/>
                <a:latin typeface="Trebuchet MS"/>
              </a:rPr>
              <a:t> senza parametri.</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10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ZeroDivisionError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print("Log errore:",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Qui l’errore viene stampato ma poi rilanciato.</a:t>
            </a:r>
            <a:br>
              <a:rPr sz="2400"/>
            </a:br>
            <a:r>
              <a:rPr b="0" lang="it-IT" sz="2400" strike="noStrike" u="none">
                <a:solidFill>
                  <a:schemeClr val="dk2"/>
                </a:solidFill>
                <a:effectLst/>
                <a:uFillTx/>
                <a:latin typeface="Trebuchet MS"/>
              </a:rPr>
              <a:t>Questo è utile nei sistemi server: logghi e lasci che il framework gestisca il crash controllato.</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Exception Chaining (raise from)</a:t>
            </a:r>
            <a:endParaRPr b="0" lang="it-IT" sz="3600" strike="noStrike" u="none">
              <a:solidFill>
                <a:srgbClr val="000000"/>
              </a:solidFill>
              <a:effectLst/>
              <a:uFillTx/>
              <a:latin typeface="Arial"/>
            </a:endParaRPr>
          </a:p>
        </p:txBody>
      </p:sp>
      <p:sp>
        <p:nvSpPr>
          <p:cNvPr id="9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Puoi collegare un’eccezione nuova a una precedente per mantenere il contesto.</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int("abc")</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ValueError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RuntimeError("Errore conversione numero") from 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mantiene la causa originale nel traceback.</a:t>
            </a:r>
            <a:br>
              <a:rPr sz="2400"/>
            </a:br>
            <a:r>
              <a:rPr b="0" lang="it-IT" sz="2400" strike="noStrike" u="none">
                <a:solidFill>
                  <a:schemeClr val="dk2"/>
                </a:solidFill>
                <a:effectLst/>
                <a:uFillTx/>
                <a:latin typeface="Trebuchet MS"/>
              </a:rPr>
              <a:t>È fondamentale nei sistemi complessi dove vuoi sapere “da dove è partito” il problema.</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lgn="ctr">
              <a:buNone/>
            </a:pPr>
            <a:r>
              <a:rPr b="0" lang="it-IT" sz="3600" strike="noStrike" u="none">
                <a:solidFill>
                  <a:schemeClr val="dk2"/>
                </a:solidFill>
                <a:effectLst/>
                <a:uFillTx/>
                <a:latin typeface="Trebuchet MS"/>
                <a:ea typeface="NSimSun"/>
              </a:rPr>
              <a:t>Creare una gerarchia di eccezioni personalizzate</a:t>
            </a:r>
            <a:endParaRPr b="0" lang="it-IT" sz="3600" strike="noStrike" u="none">
              <a:solidFill>
                <a:srgbClr val="000000"/>
              </a:solidFill>
              <a:effectLst/>
              <a:uFillTx/>
              <a:latin typeface="Arial"/>
            </a:endParaRPr>
          </a:p>
        </p:txBody>
      </p:sp>
      <p:sp>
        <p:nvSpPr>
          <p:cNvPr id="9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In progetti seri puoi creare una base comune.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class AppError(Exception):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pass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class ConfigError(AppError):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pass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class APIError(AppError):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pass</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Poi puoi intercettare: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except AppError: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applicativo")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ti permette di distinguere errori di sistema da errori di business.</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Validazione input avanzata</a:t>
            </a:r>
            <a:endParaRPr b="0" lang="it-IT" sz="3600" strike="noStrike" u="none">
              <a:solidFill>
                <a:srgbClr val="000000"/>
              </a:solidFill>
              <a:effectLst/>
              <a:uFillTx/>
              <a:latin typeface="Arial"/>
            </a:endParaRPr>
          </a:p>
        </p:txBody>
      </p:sp>
      <p:sp>
        <p:nvSpPr>
          <p:cNvPr id="10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Validare non significa solo convertire.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def valida_eta(val):</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eta = int(val)</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eta &lt; 0 or eta &gt; 120: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ValueError("Età fuori range")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eta</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 ValueError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None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esempio mostra come usare </a:t>
            </a:r>
            <a:r>
              <a:rPr b="0" lang="it-IT" sz="2400" strike="noStrike" u="none">
                <a:solidFill>
                  <a:schemeClr val="dk2"/>
                </a:solidFill>
                <a:effectLst/>
                <a:uFillTx/>
                <a:latin typeface="Liberation Mono;Courier New"/>
                <a:ea typeface="NSimSun"/>
              </a:rPr>
              <a:t>raise</a:t>
            </a:r>
            <a:r>
              <a:rPr b="0" lang="it-IT" sz="2400" strike="noStrike" u="none">
                <a:solidFill>
                  <a:schemeClr val="dk2"/>
                </a:solidFill>
                <a:effectLst/>
                <a:uFillTx/>
                <a:latin typeface="Trebuchet MS"/>
              </a:rPr>
              <a:t> per forzare regole di dominio.</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Timeout e gestione rete</a:t>
            </a:r>
            <a:endParaRPr b="0" lang="it-IT" sz="3600" strike="noStrike" u="none">
              <a:solidFill>
                <a:srgbClr val="000000"/>
              </a:solidFill>
              <a:effectLst/>
              <a:uFillTx/>
              <a:latin typeface="Arial"/>
            </a:endParaRPr>
          </a:p>
        </p:txBody>
      </p:sp>
      <p:sp>
        <p:nvSpPr>
          <p:cNvPr id="10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Le operazioni di rete possono bloccarsi.</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import requests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 = requests.get("https://api.example.com", timeout=3)</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requests.exceptions.Timeout: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print("Timeout della richiesta")</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Sempre impostare </a:t>
            </a:r>
            <a:r>
              <a:rPr b="0" lang="it-IT" sz="2400" strike="noStrike" u="none">
                <a:solidFill>
                  <a:schemeClr val="dk2"/>
                </a:solidFill>
                <a:effectLst/>
                <a:uFillTx/>
                <a:latin typeface="Liberation Mono;Courier New"/>
                <a:ea typeface="NSimSun"/>
              </a:rPr>
              <a:t>timeout</a:t>
            </a:r>
            <a:r>
              <a:rPr b="0" lang="it-IT" sz="2400" strike="noStrike" u="none">
                <a:solidFill>
                  <a:schemeClr val="dk2"/>
                </a:solidFill>
                <a:effectLst/>
                <a:uFillTx/>
                <a:latin typeface="Trebuchet MS"/>
              </a:rPr>
              <a:t> nelle chiamate HTTP.</a:t>
            </a:r>
            <a:br>
              <a:rPr sz="2400"/>
            </a:br>
            <a:r>
              <a:rPr b="0" lang="it-IT" sz="2400" strike="noStrike" u="none">
                <a:solidFill>
                  <a:schemeClr val="dk2"/>
                </a:solidFill>
                <a:effectLst/>
                <a:uFillTx/>
                <a:latin typeface="Trebuchet MS"/>
              </a:rPr>
              <a:t>Un’app che non gestisce timeout può restare bloccata.</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finally con risorse esterne</a:t>
            </a:r>
            <a:endParaRPr b="0" lang="it-IT" sz="3600" strike="noStrike" u="none">
              <a:solidFill>
                <a:srgbClr val="000000"/>
              </a:solidFill>
              <a:effectLst/>
              <a:uFillTx/>
              <a:latin typeface="Arial"/>
            </a:endParaRPr>
          </a:p>
        </p:txBody>
      </p:sp>
      <p:sp>
        <p:nvSpPr>
          <p:cNvPr id="10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Anche se usi </a:t>
            </a:r>
            <a:r>
              <a:rPr b="0" lang="it-IT" sz="2400" strike="noStrike" u="none">
                <a:solidFill>
                  <a:schemeClr val="dk2"/>
                </a:solidFill>
                <a:effectLst/>
                <a:uFillTx/>
                <a:latin typeface="Liberation Mono;Courier New"/>
                <a:ea typeface="NSimSun"/>
              </a:rPr>
              <a:t>with</a:t>
            </a:r>
            <a:r>
              <a:rPr b="0" lang="it-IT" sz="2400" strike="noStrike" u="none">
                <a:solidFill>
                  <a:schemeClr val="dk2"/>
                </a:solidFill>
                <a:effectLst/>
                <a:uFillTx/>
                <a:latin typeface="Trebuchet MS"/>
              </a:rPr>
              <a:t>, in casi più complessi potresti avere risorse multiple.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conn = None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conn = open("file.txt")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print(conn.read())</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Exception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finally: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conn: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conn.close()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Liberation Mono;Courier New"/>
                <a:ea typeface="NSimSun"/>
              </a:rPr>
              <a:t>finally</a:t>
            </a:r>
            <a:r>
              <a:rPr b="0" lang="it-IT" sz="2400" strike="noStrike" u="none">
                <a:solidFill>
                  <a:schemeClr val="dk2"/>
                </a:solidFill>
                <a:effectLst/>
                <a:uFillTx/>
                <a:latin typeface="Trebuchet MS"/>
              </a:rPr>
              <a:t> garantisce esecuzione sempre.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Eccezioni e transazioni logiche</a:t>
            </a:r>
            <a:endParaRPr b="0" lang="it-IT" sz="3600" strike="noStrike" u="none">
              <a:solidFill>
                <a:srgbClr val="000000"/>
              </a:solidFill>
              <a:effectLst/>
              <a:uFillTx/>
              <a:latin typeface="Arial"/>
            </a:endParaRPr>
          </a:p>
        </p:txBody>
      </p:sp>
      <p:sp>
        <p:nvSpPr>
          <p:cNvPr id="10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In sistemi reali potresti voler annullare operazioni in caso di errore.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salva_file()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aggiorna_database()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Exception: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rollback_operazioni()</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Qui l’errore attiva un meccanismo di compensazione.</a:t>
            </a:r>
            <a:br>
              <a:rPr sz="2400"/>
            </a:br>
            <a:r>
              <a:rPr b="0" lang="it-IT" sz="2400" strike="noStrike" u="none">
                <a:solidFill>
                  <a:schemeClr val="dk2"/>
                </a:solidFill>
                <a:effectLst/>
                <a:uFillTx/>
                <a:latin typeface="Trebuchet MS"/>
              </a:rPr>
              <a:t>Questo concetto è base dei sistemi distribuiti.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Eccezioni dentro classi</a:t>
            </a:r>
            <a:endParaRPr b="0" lang="it-IT" sz="3600" strike="noStrike" u="none">
              <a:solidFill>
                <a:srgbClr val="000000"/>
              </a:solidFill>
              <a:effectLst/>
              <a:uFillTx/>
              <a:latin typeface="Arial"/>
            </a:endParaRPr>
          </a:p>
        </p:txBody>
      </p:sp>
      <p:sp>
        <p:nvSpPr>
          <p:cNvPr id="10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class Conto: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def preleva(self, importo):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importo &lt;=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ValueError("Importo non valido")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Le classi devono proteggere il proprio stato interno.</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Assertions vs Eccezioni</a:t>
            </a:r>
            <a:endParaRPr b="0" lang="it-IT" sz="3600" strike="noStrike" u="none">
              <a:solidFill>
                <a:srgbClr val="000000"/>
              </a:solidFill>
              <a:effectLst/>
              <a:uFillTx/>
              <a:latin typeface="Arial"/>
            </a:endParaRPr>
          </a:p>
        </p:txBody>
      </p:sp>
      <p:sp>
        <p:nvSpPr>
          <p:cNvPr id="11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Liberation Mono;Courier New"/>
                <a:ea typeface="NSimSun"/>
              </a:rPr>
              <a:t>assert</a:t>
            </a:r>
            <a:r>
              <a:rPr b="0" lang="it-IT" sz="2400" strike="noStrike" u="none">
                <a:solidFill>
                  <a:schemeClr val="dk2"/>
                </a:solidFill>
                <a:effectLst/>
                <a:uFillTx/>
                <a:latin typeface="Trebuchet MS"/>
              </a:rPr>
              <a:t> è usato per debugging.</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x = 10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assert x &gt; 0, "x deve essere positivo"</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Non sostituisce try/except.</a:t>
            </a:r>
            <a:br>
              <a:rPr sz="2400"/>
            </a:br>
            <a:r>
              <a:rPr b="0" lang="it-IT" sz="2400" strike="noStrike" u="none">
                <a:solidFill>
                  <a:schemeClr val="dk2"/>
                </a:solidFill>
                <a:effectLst/>
                <a:uFillTx/>
                <a:latin typeface="Trebuchet MS"/>
              </a:rPr>
              <a:t>Serve a verificare condizioni che non dovrebbero mai fallire.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Pattern guard clause</a:t>
            </a:r>
            <a:endParaRPr b="0" lang="it-IT" sz="3600" strike="noStrike" u="none">
              <a:solidFill>
                <a:srgbClr val="000000"/>
              </a:solidFill>
              <a:effectLst/>
              <a:uFillTx/>
              <a:latin typeface="Arial"/>
            </a:endParaRPr>
          </a:p>
        </p:txBody>
      </p:sp>
      <p:sp>
        <p:nvSpPr>
          <p:cNvPr id="11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Meglio prevenire che intercettare.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def dividi(a, b):</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b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None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a / b</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A volte è meglio controllare prima invece di usare try/except.</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Non usare eccezioni per flusso normale</a:t>
            </a:r>
            <a:endParaRPr b="0" lang="it-IT" sz="3600" strike="noStrike" u="none">
              <a:solidFill>
                <a:srgbClr val="000000"/>
              </a:solidFill>
              <a:effectLst/>
              <a:uFillTx/>
              <a:latin typeface="Arial"/>
            </a:endParaRPr>
          </a:p>
        </p:txBody>
      </p:sp>
      <p:sp>
        <p:nvSpPr>
          <p:cNvPr id="11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Esempio sbagliato:</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valore = d["chiave"]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KeyError: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valore = None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Meglio:</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valore = d.get("chiave")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Le eccezioni non devono sostituire la logica normale.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Logging dettagliato con traceback</a:t>
            </a:r>
            <a:endParaRPr b="0" lang="it-IT" sz="3600" strike="noStrike" u="none">
              <a:solidFill>
                <a:srgbClr val="000000"/>
              </a:solidFill>
              <a:effectLst/>
              <a:uFillTx/>
              <a:latin typeface="Arial"/>
            </a:endParaRPr>
          </a:p>
        </p:txBody>
      </p:sp>
      <p:sp>
        <p:nvSpPr>
          <p:cNvPr id="11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import logging</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import traceback</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1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logging.error(traceback.format_exc())</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Questo salva lo stack completo nei log.</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Eccezioni nei thread</a:t>
            </a:r>
            <a:endParaRPr b="0" lang="it-IT" sz="3600" strike="noStrike" u="none">
              <a:solidFill>
                <a:srgbClr val="000000"/>
              </a:solidFill>
              <a:effectLst/>
              <a:uFillTx/>
              <a:latin typeface="Arial"/>
            </a:endParaRPr>
          </a:p>
        </p:txBody>
      </p:sp>
      <p:sp>
        <p:nvSpPr>
          <p:cNvPr id="11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Nei thread gli errori possono non essere visibili.</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import threading</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def task():</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ValueError("Errore thread")</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 = threading.Thread(target=task)</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t.start()</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Serve attenzione nella gestione concorrente.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Eccezioni asincrone (async/await)</a:t>
            </a:r>
            <a:endParaRPr b="0" lang="it-IT" sz="3600" strike="noStrike" u="none">
              <a:solidFill>
                <a:srgbClr val="000000"/>
              </a:solidFill>
              <a:effectLst/>
              <a:uFillTx/>
              <a:latin typeface="Arial"/>
            </a:endParaRPr>
          </a:p>
        </p:txBody>
      </p:sp>
      <p:sp>
        <p:nvSpPr>
          <p:cNvPr id="12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In async:</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import asyncio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async def main():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ValueError("Errore async")</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asyncio.run(main())</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Le eccezioni si propagano al loop principale.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Try con più blocchi annidati</a:t>
            </a:r>
            <a:endParaRPr b="0" lang="it-IT" sz="3600" strike="noStrike" u="none">
              <a:solidFill>
                <a:srgbClr val="000000"/>
              </a:solidFill>
              <a:effectLst/>
              <a:uFillTx/>
              <a:latin typeface="Arial"/>
            </a:endParaRPr>
          </a:p>
        </p:txBody>
      </p:sp>
      <p:sp>
        <p:nvSpPr>
          <p:cNvPr id="12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int("abc")</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 ValueError: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interno")</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finale")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Mostra flusso multilivello.</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Gestione fallback</a:t>
            </a:r>
            <a:endParaRPr b="0" lang="it-IT" sz="3600" strike="noStrike" u="none">
              <a:solidFill>
                <a:srgbClr val="000000"/>
              </a:solidFill>
              <a:effectLst/>
              <a:uFillTx/>
              <a:latin typeface="Arial"/>
            </a:endParaRPr>
          </a:p>
        </p:txBody>
      </p:sp>
      <p:sp>
        <p:nvSpPr>
          <p:cNvPr id="12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Se un metodo fallisce, usa alternativa.</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carica_config_da_file()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carica_config_default()</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Pattern molto usato nei sistemi resilienti.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Retry automatico con delay</a:t>
            </a:r>
            <a:endParaRPr b="0" lang="it-IT" sz="3600" strike="noStrike" u="none">
              <a:solidFill>
                <a:srgbClr val="000000"/>
              </a:solidFill>
              <a:effectLst/>
              <a:uFillTx/>
              <a:latin typeface="Arial"/>
            </a:endParaRPr>
          </a:p>
        </p:txBody>
      </p:sp>
      <p:sp>
        <p:nvSpPr>
          <p:cNvPr id="12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import time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for i in range(3):</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risultato = 10 /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break</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time.sleep(1)</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Retry pattern base.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Decoratori per gestione errori</a:t>
            </a:r>
            <a:endParaRPr b="0" lang="it-IT" sz="3600" strike="noStrike" u="none">
              <a:solidFill>
                <a:srgbClr val="000000"/>
              </a:solidFill>
              <a:effectLst/>
              <a:uFillTx/>
              <a:latin typeface="Arial"/>
            </a:endParaRPr>
          </a:p>
        </p:txBody>
      </p:sp>
      <p:sp>
        <p:nvSpPr>
          <p:cNvPr id="12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def safe(func):</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def wrapper(*args, **kwargs):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func(*args, **kwargs)</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 Exception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wrapper</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Astrazione potente.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Gestione errori in file JSON</a:t>
            </a:r>
            <a:endParaRPr b="0" lang="it-IT" sz="3600" strike="noStrike" u="none">
              <a:solidFill>
                <a:srgbClr val="000000"/>
              </a:solidFill>
              <a:effectLst/>
              <a:uFillTx/>
              <a:latin typeface="Arial"/>
            </a:endParaRPr>
          </a:p>
        </p:txBody>
      </p:sp>
      <p:sp>
        <p:nvSpPr>
          <p:cNvPr id="13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import json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json.loads("invalid json")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json.JSONDecodeError: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print("JSON malformato")</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Gestione errori con CSV</a:t>
            </a:r>
            <a:endParaRPr b="0" lang="it-IT" sz="3600" strike="noStrike" u="none">
              <a:solidFill>
                <a:srgbClr val="000000"/>
              </a:solidFill>
              <a:effectLst/>
              <a:uFillTx/>
              <a:latin typeface="Arial"/>
            </a:endParaRPr>
          </a:p>
        </p:txBody>
      </p:sp>
      <p:sp>
        <p:nvSpPr>
          <p:cNvPr id="13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import csv</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with open("file.csv") as f:</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reader = csv.reader(f)</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FileNotFoundError: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print("CSV non trovato")</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Validazione parametri API</a:t>
            </a:r>
            <a:endParaRPr b="0" lang="it-IT" sz="3600" strike="noStrike" u="none">
              <a:solidFill>
                <a:srgbClr val="000000"/>
              </a:solidFill>
              <a:effectLst/>
              <a:uFillTx/>
              <a:latin typeface="Arial"/>
            </a:endParaRPr>
          </a:p>
        </p:txBody>
      </p:sp>
      <p:sp>
        <p:nvSpPr>
          <p:cNvPr id="13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buNone/>
            </a:pPr>
            <a:r>
              <a:rPr b="0" lang="it-IT" sz="2400" strike="noStrike" u="none">
                <a:solidFill>
                  <a:schemeClr val="dk2"/>
                </a:solidFill>
                <a:effectLst/>
                <a:uFillTx/>
                <a:latin typeface="Trebuchet MS"/>
              </a:rPr>
              <a:t>def api_call(url):</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not url.startswith("http"):</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ValueError("URL non valido")</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Pattern robusto per input utente</a:t>
            </a:r>
            <a:endParaRPr b="0" lang="it-IT" sz="3600" strike="noStrike" u="none">
              <a:solidFill>
                <a:srgbClr val="000000"/>
              </a:solidFill>
              <a:effectLst/>
              <a:uFillTx/>
              <a:latin typeface="Arial"/>
            </a:endParaRPr>
          </a:p>
        </p:txBody>
      </p:sp>
      <p:sp>
        <p:nvSpPr>
          <p:cNvPr id="13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Loop fino a input corretto:</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while True: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x = int(input("Numero: "))</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break</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 ValueError: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print("Riprova")</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Separare logica ed error handling</a:t>
            </a:r>
            <a:endParaRPr b="0" lang="it-IT" sz="3600" strike="noStrike" u="none">
              <a:solidFill>
                <a:srgbClr val="000000"/>
              </a:solidFill>
              <a:effectLst/>
              <a:uFillTx/>
              <a:latin typeface="Arial"/>
            </a:endParaRPr>
          </a:p>
        </p:txBody>
      </p:sp>
      <p:sp>
        <p:nvSpPr>
          <p:cNvPr id="13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Funzione pulita:</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def calcola(a, b):</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a / b</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Gestione esterna:</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calcola(10,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ZeroDivisionError: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print("Errore")</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Architettura pulita.</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Gestione errori nei microservizi</a:t>
            </a:r>
            <a:endParaRPr b="0" lang="it-IT" sz="3600" strike="noStrike" u="none">
              <a:solidFill>
                <a:srgbClr val="000000"/>
              </a:solidFill>
              <a:effectLst/>
              <a:uFillTx/>
              <a:latin typeface="Arial"/>
            </a:endParaRPr>
          </a:p>
        </p:txBody>
      </p:sp>
      <p:sp>
        <p:nvSpPr>
          <p:cNvPr id="14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Restituire JSON invece di crash:</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def handler():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{"ok": True}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except Exception as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return {"ok": False, "error": str(e)}</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lgn="ctr">
              <a:buNone/>
            </a:pPr>
            <a:r>
              <a:rPr b="0" lang="it-IT" sz="3600" strike="noStrike" u="none">
                <a:solidFill>
                  <a:schemeClr val="dk2"/>
                </a:solidFill>
                <a:effectLst/>
                <a:uFillTx/>
                <a:latin typeface="Trebuchet MS"/>
                <a:ea typeface="NSimSun"/>
              </a:rPr>
              <a:t>Best practice: intercetta solo ciò che puoi gestire</a:t>
            </a:r>
            <a:endParaRPr b="0" lang="it-IT" sz="3600" strike="noStrike" u="none">
              <a:solidFill>
                <a:srgbClr val="000000"/>
              </a:solidFill>
              <a:effectLst/>
              <a:uFillTx/>
              <a:latin typeface="Arial"/>
            </a:endParaRPr>
          </a:p>
        </p:txBody>
      </p:sp>
      <p:sp>
        <p:nvSpPr>
          <p:cNvPr id="14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Non fare: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except Exception:</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pass</a:t>
            </a:r>
            <a:endParaRPr b="0" lang="it-IT" sz="2400" strike="noStrike" u="none">
              <a:solidFill>
                <a:srgbClr val="000000"/>
              </a:solidFill>
              <a:effectLst/>
              <a:uFillTx/>
              <a:latin typeface="Liberation Mono;Courier New"/>
            </a:endParaRPr>
          </a:p>
          <a:p>
            <a:pPr indent="0">
              <a:lnSpc>
                <a:spcPct val="115000"/>
              </a:lnSpc>
              <a:spcAft>
                <a:spcPts val="1236"/>
              </a:spcAft>
              <a:buNone/>
            </a:pPr>
            <a:r>
              <a:rPr b="0" lang="it-IT" sz="2400" strike="noStrike" u="none">
                <a:solidFill>
                  <a:schemeClr val="dk2"/>
                </a:solidFill>
                <a:effectLst/>
                <a:uFillTx/>
                <a:latin typeface="Trebuchet MS"/>
              </a:rPr>
              <a:t>Intercetta solo errori specifici.</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Performance e try/except</a:t>
            </a:r>
            <a:endParaRPr b="0" lang="it-IT" sz="3600" strike="noStrike" u="none">
              <a:solidFill>
                <a:srgbClr val="000000"/>
              </a:solidFill>
              <a:effectLst/>
              <a:uFillTx/>
              <a:latin typeface="Arial"/>
            </a:endParaRPr>
          </a:p>
        </p:txBody>
      </p:sp>
      <p:sp>
        <p:nvSpPr>
          <p:cNvPr id="14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Le eccezioni hanno costo. Non usarle per controlli normali di flusso.</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Testing degli errori</a:t>
            </a:r>
            <a:endParaRPr b="0" lang="it-IT" sz="3600" strike="noStrike" u="none">
              <a:solidFill>
                <a:srgbClr val="000000"/>
              </a:solidFill>
              <a:effectLst/>
              <a:uFillTx/>
              <a:latin typeface="Arial"/>
            </a:endParaRPr>
          </a:p>
        </p:txBody>
      </p:sp>
      <p:sp>
        <p:nvSpPr>
          <p:cNvPr id="14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Testa scenari di errore volutamente.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try:</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open("inesistente.txt")</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except FileNotFoundError:</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print("Test riuscito")</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Defensive Programming</a:t>
            </a:r>
            <a:endParaRPr b="0" lang="it-IT" sz="3600" strike="noStrike" u="none">
              <a:solidFill>
                <a:srgbClr val="000000"/>
              </a:solidFill>
              <a:effectLst/>
              <a:uFillTx/>
              <a:latin typeface="Arial"/>
            </a:endParaRPr>
          </a:p>
        </p:txBody>
      </p:sp>
      <p:sp>
        <p:nvSpPr>
          <p:cNvPr id="14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Scrivi codice che anticipa problemi.</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Controlla parametri, stati e input prima di operare.</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Fail Fast</a:t>
            </a:r>
            <a:endParaRPr b="0" lang="it-IT" sz="3600" strike="noStrike" u="none">
              <a:solidFill>
                <a:srgbClr val="000000"/>
              </a:solidFill>
              <a:effectLst/>
              <a:uFillTx/>
              <a:latin typeface="Arial"/>
            </a:endParaRPr>
          </a:p>
        </p:txBody>
      </p:sp>
      <p:sp>
        <p:nvSpPr>
          <p:cNvPr id="151"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Meglio fallire subito con messaggio chiaro che continuare con dati corrotti.</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if prezzo &lt; 0:</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ValueError("Prezzo negativo")</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Errori silenziosi: il pericolo più grande</a:t>
            </a:r>
            <a:endParaRPr b="0" lang="it-IT" sz="3600" strike="noStrike" u="none">
              <a:solidFill>
                <a:srgbClr val="000000"/>
              </a:solidFill>
              <a:effectLst/>
              <a:uFillTx/>
              <a:latin typeface="Arial"/>
            </a:endParaRPr>
          </a:p>
        </p:txBody>
      </p:sp>
      <p:sp>
        <p:nvSpPr>
          <p:cNvPr id="153"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Un errore nascosto può generare dati sbagliati senza che nessuno se ne accorga.</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Mai sopprimere errori senza log.</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Mini progetto: validatore robusto</a:t>
            </a:r>
            <a:endParaRPr b="0" lang="it-IT" sz="3600" strike="noStrike" u="none">
              <a:solidFill>
                <a:srgbClr val="000000"/>
              </a:solidFill>
              <a:effectLst/>
              <a:uFillTx/>
              <a:latin typeface="Arial"/>
            </a:endParaRPr>
          </a:p>
        </p:txBody>
      </p:sp>
      <p:sp>
        <p:nvSpPr>
          <p:cNvPr id="155"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Scrivi funzione che valida email, numero e URL usando try/except.</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Esempio base:</a:t>
            </a:r>
            <a:endParaRPr b="0" lang="it-IT" sz="2400" strike="noStrike" u="none">
              <a:solidFill>
                <a:srgbClr val="000000"/>
              </a:solidFill>
              <a:effectLst/>
              <a:uFillTx/>
              <a:latin typeface="Times New Roman"/>
            </a:endParaRPr>
          </a:p>
          <a:p>
            <a:pPr indent="0">
              <a:buNone/>
            </a:pPr>
            <a:r>
              <a:rPr b="0" lang="it-IT" sz="2400" strike="noStrike" u="none">
                <a:solidFill>
                  <a:schemeClr val="dk2"/>
                </a:solidFill>
                <a:effectLst/>
                <a:uFillTx/>
                <a:latin typeface="Trebuchet MS"/>
              </a:rPr>
              <a:t>def valida_email(e):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if "@" not in e:</a:t>
            </a:r>
            <a:endParaRPr b="0" lang="it-IT" sz="2400" strike="noStrike" u="none">
              <a:solidFill>
                <a:srgbClr val="000000"/>
              </a:solidFill>
              <a:effectLst/>
              <a:uFillTx/>
              <a:latin typeface="Liberation Mono;Courier New"/>
            </a:endParaRPr>
          </a:p>
          <a:p>
            <a:pPr indent="0">
              <a:buNone/>
            </a:pPr>
            <a:r>
              <a:rPr b="0" lang="it-IT" sz="2400" strike="noStrike" u="none">
                <a:solidFill>
                  <a:schemeClr val="dk2"/>
                </a:solidFill>
                <a:effectLst/>
                <a:uFillTx/>
                <a:latin typeface="Trebuchet MS"/>
              </a:rPr>
              <a:t>        raise ValueError("Email non valida")</a:t>
            </a:r>
            <a:endParaRPr b="0" lang="it-IT" sz="2400" strike="noStrike" u="none">
              <a:solidFill>
                <a:srgbClr val="000000"/>
              </a:solidFill>
              <a:effectLst/>
              <a:uFillTx/>
              <a:latin typeface="Liberation Mono;Courier New"/>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Mini progetto: simulazione API resiliente</a:t>
            </a:r>
            <a:endParaRPr b="0" lang="it-IT" sz="3600" strike="noStrike" u="none">
              <a:solidFill>
                <a:srgbClr val="000000"/>
              </a:solidFill>
              <a:effectLst/>
              <a:uFillTx/>
              <a:latin typeface="Arial"/>
            </a:endParaRPr>
          </a:p>
        </p:txBody>
      </p:sp>
      <p:sp>
        <p:nvSpPr>
          <p:cNvPr id="157"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Simula chiamata che può fallire e implementa retry + logging.</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1163520" y="512640"/>
            <a:ext cx="10476000" cy="607320"/>
          </a:xfrm>
          <a:prstGeom prst="rect">
            <a:avLst/>
          </a:prstGeom>
          <a:noFill/>
          <a:ln w="0">
            <a:noFill/>
          </a:ln>
        </p:spPr>
        <p:txBody>
          <a:bodyPr lIns="72000" rIns="72000" tIns="0" bIns="0" anchor="t">
            <a:noAutofit/>
          </a:bodyPr>
          <a:p>
            <a:pPr indent="0">
              <a:buNone/>
            </a:pPr>
            <a:r>
              <a:rPr b="0" lang="it-IT" sz="3600" strike="noStrike" u="none">
                <a:solidFill>
                  <a:schemeClr val="dk2"/>
                </a:solidFill>
                <a:effectLst/>
                <a:uFillTx/>
                <a:latin typeface="Trebuchet MS"/>
                <a:ea typeface="NSimSun"/>
              </a:rPr>
              <a:t>Conclusione</a:t>
            </a:r>
            <a:endParaRPr b="0" lang="it-IT" sz="3600" strike="noStrike" u="none">
              <a:solidFill>
                <a:srgbClr val="000000"/>
              </a:solidFill>
              <a:effectLst/>
              <a:uFillTx/>
              <a:latin typeface="Arial"/>
            </a:endParaRPr>
          </a:p>
        </p:txBody>
      </p:sp>
      <p:sp>
        <p:nvSpPr>
          <p:cNvPr id="159" name="PlaceHolder 2"/>
          <p:cNvSpPr>
            <a:spLocks noGrp="1"/>
          </p:cNvSpPr>
          <p:nvPr>
            <p:ph/>
          </p:nvPr>
        </p:nvSpPr>
        <p:spPr>
          <a:xfrm>
            <a:off x="1163520" y="1322280"/>
            <a:ext cx="10476000" cy="4880160"/>
          </a:xfrm>
          <a:prstGeom prst="rect">
            <a:avLst/>
          </a:prstGeom>
          <a:noFill/>
          <a:ln w="0">
            <a:noFill/>
          </a:ln>
        </p:spPr>
        <p:txBody>
          <a:bodyPr lIns="90000" rIns="90000" tIns="45000" bIns="45000" anchor="t">
            <a:noAutofit/>
          </a:bodyPr>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defTabSz="412920">
              <a:lnSpc>
                <a:spcPts val="1800"/>
              </a:lnSpc>
              <a:spcBef>
                <a:spcPts val="1001"/>
              </a:spcBef>
              <a:buNone/>
              <a:tabLst>
                <a:tab algn="l" pos="0"/>
              </a:tabLst>
            </a:pPr>
            <a:r>
              <a:rPr b="0" lang="it-IT" sz="2000" strike="noStrike" u="none">
                <a:solidFill>
                  <a:schemeClr val="dk2"/>
                </a:solidFill>
                <a:effectLst/>
                <a:uFillTx/>
                <a:latin typeface="Trebuchet MS"/>
              </a:rPr>
              <a:t> </a:t>
            </a:r>
            <a:endParaRPr b="0" lang="it-IT" sz="2000" strike="noStrike" u="none">
              <a:solidFill>
                <a:srgbClr val="000000"/>
              </a:solidFill>
              <a:effectLst/>
              <a:uFillTx/>
              <a:latin typeface="Arial"/>
            </a:endParaRPr>
          </a:p>
          <a:p>
            <a:pPr indent="0">
              <a:lnSpc>
                <a:spcPct val="115000"/>
              </a:lnSpc>
              <a:spcAft>
                <a:spcPts val="1236"/>
              </a:spcAft>
              <a:buNone/>
            </a:pPr>
            <a:r>
              <a:rPr b="0" lang="it-IT" sz="2400" strike="noStrike" u="none">
                <a:solidFill>
                  <a:schemeClr val="dk2"/>
                </a:solidFill>
                <a:effectLst/>
                <a:uFillTx/>
                <a:latin typeface="Trebuchet MS"/>
              </a:rPr>
              <a:t>Gestire errori significa:</a:t>
            </a:r>
            <a:endParaRPr b="0" lang="it-IT" sz="2400" strike="noStrike" u="none">
              <a:solidFill>
                <a:srgbClr val="000000"/>
              </a:solidFill>
              <a:effectLst/>
              <a:uFillTx/>
              <a:latin typeface="Times New Roman"/>
            </a:endParaRPr>
          </a:p>
          <a:p>
            <a:pPr marL="450360" indent="-179640">
              <a:lnSpc>
                <a:spcPct val="115000"/>
              </a:lnSpc>
              <a:spcAft>
                <a:spcPts val="1236"/>
              </a:spcAft>
              <a:buNone/>
              <a:tabLst>
                <a:tab algn="l" pos="450360"/>
              </a:tabLst>
            </a:pPr>
            <a:r>
              <a:rPr b="0" lang="it-IT" sz="2400" strike="noStrike" u="none">
                <a:solidFill>
                  <a:schemeClr val="dk2"/>
                </a:solidFill>
                <a:effectLst/>
                <a:uFillTx/>
                <a:latin typeface="Trebuchet MS"/>
              </a:rPr>
              <a:t>Scrivere codice robusto</a:t>
            </a:r>
            <a:endParaRPr b="0" lang="it-IT" sz="2400" strike="noStrike" u="none">
              <a:solidFill>
                <a:srgbClr val="000000"/>
              </a:solidFill>
              <a:effectLst/>
              <a:uFillTx/>
              <a:latin typeface="Times New Roman"/>
            </a:endParaRPr>
          </a:p>
          <a:p>
            <a:pPr marL="450360" indent="-179640">
              <a:lnSpc>
                <a:spcPct val="115000"/>
              </a:lnSpc>
              <a:spcAft>
                <a:spcPts val="1236"/>
              </a:spcAft>
              <a:buNone/>
              <a:tabLst>
                <a:tab algn="l" pos="450360"/>
              </a:tabLst>
            </a:pPr>
            <a:r>
              <a:rPr b="0" lang="it-IT" sz="2400" strike="noStrike" u="none">
                <a:solidFill>
                  <a:schemeClr val="dk2"/>
                </a:solidFill>
                <a:effectLst/>
                <a:uFillTx/>
                <a:latin typeface="Trebuchet MS"/>
              </a:rPr>
              <a:t>Prevenire crash</a:t>
            </a:r>
            <a:endParaRPr b="0" lang="it-IT" sz="2400" strike="noStrike" u="none">
              <a:solidFill>
                <a:srgbClr val="000000"/>
              </a:solidFill>
              <a:effectLst/>
              <a:uFillTx/>
              <a:latin typeface="Times New Roman"/>
            </a:endParaRPr>
          </a:p>
          <a:p>
            <a:pPr marL="450360" indent="-179640">
              <a:lnSpc>
                <a:spcPct val="115000"/>
              </a:lnSpc>
              <a:spcAft>
                <a:spcPts val="1236"/>
              </a:spcAft>
              <a:buNone/>
              <a:tabLst>
                <a:tab algn="l" pos="450360"/>
              </a:tabLst>
            </a:pPr>
            <a:r>
              <a:rPr b="0" lang="it-IT" sz="2400" strike="noStrike" u="none">
                <a:solidFill>
                  <a:schemeClr val="dk2"/>
                </a:solidFill>
                <a:effectLst/>
                <a:uFillTx/>
                <a:latin typeface="Trebuchet MS"/>
              </a:rPr>
              <a:t>Facilitare debug</a:t>
            </a:r>
            <a:endParaRPr b="0" lang="it-IT" sz="2400" strike="noStrike" u="none">
              <a:solidFill>
                <a:srgbClr val="000000"/>
              </a:solidFill>
              <a:effectLst/>
              <a:uFillTx/>
              <a:latin typeface="Times New Roman"/>
            </a:endParaRPr>
          </a:p>
          <a:p>
            <a:pPr marL="450360" indent="-179640">
              <a:lnSpc>
                <a:spcPct val="115000"/>
              </a:lnSpc>
              <a:spcAft>
                <a:spcPts val="1236"/>
              </a:spcAft>
              <a:buNone/>
              <a:tabLst>
                <a:tab algn="l" pos="450360"/>
              </a:tabLst>
            </a:pPr>
            <a:r>
              <a:rPr b="0" lang="it-IT" sz="2400" strike="noStrike" u="none">
                <a:solidFill>
                  <a:schemeClr val="dk2"/>
                </a:solidFill>
                <a:effectLst/>
                <a:uFillTx/>
                <a:latin typeface="Trebuchet MS"/>
              </a:rPr>
              <a:t>Costruire sistemi resilienti</a:t>
            </a:r>
            <a:endParaRPr b="0" lang="it-IT" sz="2400" strike="noStrike" u="none">
              <a:solidFill>
                <a:srgbClr val="000000"/>
              </a:solidFill>
              <a:effectLst/>
              <a:uFillTx/>
              <a:latin typeface="Times New Roman"/>
            </a:endParaRPr>
          </a:p>
          <a:p>
            <a:pPr indent="0">
              <a:lnSpc>
                <a:spcPct val="115000"/>
              </a:lnSpc>
              <a:spcAft>
                <a:spcPts val="1236"/>
              </a:spcAft>
              <a:buNone/>
            </a:pPr>
            <a:r>
              <a:rPr b="0" lang="it-IT" sz="2400" strike="noStrike" u="none">
                <a:solidFill>
                  <a:schemeClr val="dk2"/>
                </a:solidFill>
                <a:effectLst/>
                <a:uFillTx/>
                <a:latin typeface="Trebuchet MS"/>
              </a:rPr>
              <a:t>Uno sviluppatore junior scrive codice che funziona.</a:t>
            </a:r>
            <a:br>
              <a:rPr sz="2400"/>
            </a:br>
            <a:r>
              <a:rPr b="0" lang="it-IT" sz="2400" strike="noStrike" u="none">
                <a:solidFill>
                  <a:schemeClr val="dk2"/>
                </a:solidFill>
                <a:effectLst/>
                <a:uFillTx/>
                <a:latin typeface="Trebuchet MS"/>
              </a:rPr>
              <a:t>Uno sviluppatore professionista scrive codice che </a:t>
            </a:r>
            <a:r>
              <a:rPr b="1" lang="it-IT" sz="2400" strike="noStrike" u="none">
                <a:solidFill>
                  <a:schemeClr val="dk2"/>
                </a:solidFill>
                <a:effectLst/>
                <a:uFillTx/>
                <a:latin typeface="Trebuchet MS"/>
              </a:rPr>
              <a:t>non si rompe</a:t>
            </a:r>
            <a:r>
              <a:rPr b="0" lang="it-IT" sz="2400" strike="noStrike" u="none">
                <a:solidFill>
                  <a:schemeClr val="dk2"/>
                </a:solidFill>
                <a:effectLst/>
                <a:uFillTx/>
                <a:latin typeface="Trebuchet MS"/>
              </a:rPr>
              <a:t>.</a:t>
            </a:r>
            <a:endParaRPr b="0" lang="it-IT" sz="2400" strike="noStrike" u="none">
              <a:solidFill>
                <a:srgbClr val="000000"/>
              </a:solidFill>
              <a:effectLst/>
              <a:uFillTx/>
              <a:latin typeface="Times New Roman"/>
            </a:endParaRPr>
          </a:p>
          <a:p>
            <a:pPr marL="450360" indent="-179640" defTabSz="412920">
              <a:lnSpc>
                <a:spcPct val="115000"/>
              </a:lnSpc>
              <a:spcAft>
                <a:spcPts val="1236"/>
              </a:spcAft>
              <a:buNone/>
              <a:tabLst>
                <a:tab algn="l" pos="0"/>
              </a:tabLst>
            </a:pP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p:nvPr>
        </p:nvSpPr>
        <p:spPr>
          <a:xfrm>
            <a:off x="1014480" y="2887560"/>
            <a:ext cx="10162080" cy="700920"/>
          </a:xfrm>
          <a:prstGeom prst="rect">
            <a:avLst/>
          </a:prstGeom>
          <a:noFill/>
          <a:ln w="0">
            <a:noFill/>
          </a:ln>
        </p:spPr>
        <p:txBody>
          <a:bodyPr lIns="90000" rIns="90000" tIns="45000" bIns="45000" anchor="t">
            <a:noAutofit/>
          </a:bodyPr>
          <a:p>
            <a:pPr indent="0" algn="ctr" defTabSz="412920">
              <a:lnSpc>
                <a:spcPts val="5400"/>
              </a:lnSpc>
              <a:buNone/>
              <a:tabLst>
                <a:tab algn="l" pos="0"/>
              </a:tabLst>
            </a:pPr>
            <a:r>
              <a:rPr b="0" lang="it-IT" sz="5400" strike="noStrike" u="none">
                <a:solidFill>
                  <a:schemeClr val="lt1"/>
                </a:solidFill>
                <a:effectLst/>
                <a:uFillTx/>
                <a:latin typeface="Montserrat SemiBold"/>
                <a:ea typeface="Montserrat Light"/>
              </a:rPr>
              <a:t>Grazie.</a:t>
            </a:r>
            <a:endParaRPr b="0" lang="it-IT" sz="5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White">
  <a:themeElements>
    <a:clrScheme name="Personalizzati 3">
      <a:dk1>
        <a:srgbClr val="203c75"/>
      </a:dk1>
      <a:lt1>
        <a:srgbClr val="ffffff"/>
      </a:lt1>
      <a:dk2>
        <a:srgbClr val="333333"/>
      </a:dk2>
      <a:lt2>
        <a:srgbClr val="9b9ca0"/>
      </a:lt2>
      <a:accent1>
        <a:srgbClr val="203c75"/>
      </a:accent1>
      <a:accent2>
        <a:srgbClr val="51b566"/>
      </a:accent2>
      <a:accent3>
        <a:srgbClr val="7d1eb8"/>
      </a:accent3>
      <a:accent4>
        <a:srgbClr val="fc4b47"/>
      </a:accent4>
      <a:accent5>
        <a:srgbClr val="00ecff"/>
      </a:accent5>
      <a:accent6>
        <a:srgbClr val="7f8b9f"/>
      </a:accent6>
      <a:hlink>
        <a:srgbClr val="00ecff"/>
      </a:hlink>
      <a:folHlink>
        <a:srgbClr val="00bfd0"/>
      </a:folHlink>
    </a:clrScheme>
    <a:fontScheme name="Personalizzato 2">
      <a:majorFont>
        <a:latin typeface="Montserrat SemiBold" pitchFamily="0" charset="1"/>
        <a:ea typeface="Montserrat Semi Bold" pitchFamily="0" charset="1"/>
        <a:cs typeface="Montserrat Semi Bold" pitchFamily="0" charset="1"/>
      </a:majorFont>
      <a:minorFont>
        <a:latin typeface="Helvetica Light" pitchFamily="0" charset="1"/>
        <a:ea typeface="Helvetica Light" pitchFamily="0" charset="1"/>
        <a:cs typeface="Helvetica Light"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1259</TotalTime>
  <Application>LibreOffice/25.2.7.2$Windows_X86_64 LibreOffice_project/5cbfd1ab6520636bb5f7b99185aa69bd7456825d</Application>
  <AppVersion>15.0000</AppVersion>
  <Words>2</Words>
  <Paragraphs>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it-IT</dc:language>
  <cp:lastModifiedBy/>
  <dcterms:modified xsi:type="dcterms:W3CDTF">2026-03-04T20:12:25Z</dcterms:modified>
  <cp:revision>232</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PresentationFormat">
    <vt:lpwstr>Widescreen</vt:lpwstr>
  </property>
  <property fmtid="{D5CDD505-2E9C-101B-9397-08002B2CF9AE}" pid="4" name="Slides">
    <vt:i4>6</vt:i4>
  </property>
</Properties>
</file>